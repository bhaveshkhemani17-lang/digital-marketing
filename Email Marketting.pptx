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93" r:id="rId2"/>
    <p:sldId id="274" r:id="rId3"/>
    <p:sldId id="275" r:id="rId4"/>
    <p:sldId id="276" r:id="rId5"/>
    <p:sldId id="309" r:id="rId6"/>
    <p:sldId id="294" r:id="rId7"/>
    <p:sldId id="278" r:id="rId8"/>
    <p:sldId id="296" r:id="rId9"/>
    <p:sldId id="297" r:id="rId10"/>
    <p:sldId id="298" r:id="rId11"/>
    <p:sldId id="299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7D"/>
    <a:srgbClr val="F5F1EE"/>
    <a:srgbClr val="F4F4F4"/>
    <a:srgbClr val="FFFFFF"/>
    <a:srgbClr val="DAF51C"/>
    <a:srgbClr val="DBF41F"/>
    <a:srgbClr val="77C1F5"/>
    <a:srgbClr val="AAFE02"/>
    <a:srgbClr val="84C9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610" autoAdjust="0"/>
  </p:normalViewPr>
  <p:slideViewPr>
    <p:cSldViewPr snapToGrid="0" snapToObjects="1">
      <p:cViewPr varScale="1">
        <p:scale>
          <a:sx n="82" d="100"/>
          <a:sy n="82" d="100"/>
        </p:scale>
        <p:origin x="61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427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63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D06B-378C-C71C-EBBF-325237FD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CDA0F-C9BA-AEBE-7237-BDA283B54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91B65-B30E-649D-AF13-54CA71C1A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BEA5D-C6E6-6F07-FF8D-9C1DA7677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02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zyneecole.com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634E4-564F-4C63-61F0-5D7A9287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24DBD3D4-82E8-E8D0-A4D1-D4F7344477B4}"/>
              </a:ext>
            </a:extLst>
          </p:cNvPr>
          <p:cNvSpPr/>
          <p:nvPr/>
        </p:nvSpPr>
        <p:spPr>
          <a:xfrm>
            <a:off x="304340" y="1160137"/>
            <a:ext cx="1460268" cy="1416584"/>
          </a:xfrm>
          <a:prstGeom prst="ellipse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53BB6B-9281-31AB-0E68-714F916AD27A}"/>
              </a:ext>
            </a:extLst>
          </p:cNvPr>
          <p:cNvSpPr/>
          <p:nvPr/>
        </p:nvSpPr>
        <p:spPr>
          <a:xfrm>
            <a:off x="1034474" y="1741804"/>
            <a:ext cx="5273963" cy="5116195"/>
          </a:xfrm>
          <a:prstGeom prst="ellipse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AA30A7F-7DA6-C439-858C-EE08A76B4A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228" y="-632021"/>
            <a:ext cx="4053178" cy="2867391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F22829B9-30A0-5EE3-67F5-2B1987617A9F}"/>
              </a:ext>
            </a:extLst>
          </p:cNvPr>
          <p:cNvSpPr/>
          <p:nvPr/>
        </p:nvSpPr>
        <p:spPr>
          <a:xfrm>
            <a:off x="6770257" y="3174447"/>
            <a:ext cx="5024120" cy="1090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DIGITAL MARKETING ASSIGNMENT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ED3B12A-DE55-A4A6-FBA8-1DB63AA41AB7}"/>
              </a:ext>
            </a:extLst>
          </p:cNvPr>
          <p:cNvCxnSpPr/>
          <p:nvPr/>
        </p:nvCxnSpPr>
        <p:spPr>
          <a:xfrm>
            <a:off x="6844145" y="4376465"/>
            <a:ext cx="521854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3">
            <a:extLst>
              <a:ext uri="{FF2B5EF4-FFF2-40B4-BE49-F238E27FC236}">
                <a16:creationId xmlns:a16="http://schemas.microsoft.com/office/drawing/2014/main" id="{0617C8A6-4898-B345-D80A-C7E51C3323EE}"/>
              </a:ext>
            </a:extLst>
          </p:cNvPr>
          <p:cNvSpPr/>
          <p:nvPr/>
        </p:nvSpPr>
        <p:spPr>
          <a:xfrm>
            <a:off x="6770256" y="4440357"/>
            <a:ext cx="5024121" cy="542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E-mail Marketing</a:t>
            </a:r>
            <a:endParaRPr lang="en-US" sz="28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BA50821-5B26-84B6-BA7A-301EA778C6A7}"/>
              </a:ext>
            </a:extLst>
          </p:cNvPr>
          <p:cNvSpPr/>
          <p:nvPr/>
        </p:nvSpPr>
        <p:spPr>
          <a:xfrm>
            <a:off x="8108868" y="5838306"/>
            <a:ext cx="4017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– Bhavesh Khemani</a:t>
            </a:r>
            <a:endParaRPr lang="en-US" sz="14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43836E05-99CF-A555-1AD1-9568F6385192}"/>
              </a:ext>
            </a:extLst>
          </p:cNvPr>
          <p:cNvSpPr/>
          <p:nvPr/>
        </p:nvSpPr>
        <p:spPr>
          <a:xfrm>
            <a:off x="8108868" y="6431556"/>
            <a:ext cx="4017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– 2026–2027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2BBFED2C-8B1F-0737-5263-3AA55B2F8171}"/>
              </a:ext>
            </a:extLst>
          </p:cNvPr>
          <p:cNvSpPr/>
          <p:nvPr/>
        </p:nvSpPr>
        <p:spPr>
          <a:xfrm>
            <a:off x="8108868" y="6143364"/>
            <a:ext cx="40178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3</a:t>
            </a:r>
            <a:r>
              <a:rPr lang="en-US" sz="14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Semester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31338-BAC8-5D06-6DB1-B20D74435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360" y="1840664"/>
            <a:ext cx="2872759" cy="1565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AB219-B1E2-00AA-74D8-0B36976E2D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949" r="19982"/>
          <a:stretch>
            <a:fillRect/>
          </a:stretch>
        </p:blipFill>
        <p:spPr>
          <a:xfrm>
            <a:off x="1969179" y="1840664"/>
            <a:ext cx="3404552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8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52E8E-1A49-42AB-C6A3-0590B3D405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73687" y="3717471"/>
            <a:ext cx="1444625" cy="10756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183966-6CE6-31C3-08CE-0D83F508ACBC}"/>
              </a:ext>
            </a:extLst>
          </p:cNvPr>
          <p:cNvCxnSpPr>
            <a:cxnSpLocks/>
          </p:cNvCxnSpPr>
          <p:nvPr/>
        </p:nvCxnSpPr>
        <p:spPr>
          <a:xfrm>
            <a:off x="552450" y="488950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06D1C3-52CB-82CA-2D8A-F7AAB12223F3}"/>
              </a:ext>
            </a:extLst>
          </p:cNvPr>
          <p:cNvCxnSpPr>
            <a:cxnSpLocks/>
          </p:cNvCxnSpPr>
          <p:nvPr/>
        </p:nvCxnSpPr>
        <p:spPr>
          <a:xfrm>
            <a:off x="552450" y="6480175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6AB297D-0923-4EEC-66CD-C23EE771869D}"/>
              </a:ext>
            </a:extLst>
          </p:cNvPr>
          <p:cNvSpPr txBox="1"/>
          <p:nvPr/>
        </p:nvSpPr>
        <p:spPr>
          <a:xfrm>
            <a:off x="466725" y="174822"/>
            <a:ext cx="1771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Marketing</a:t>
            </a:r>
            <a:endParaRPr lang="en-IN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95E7B-509D-C719-88B9-0B3078FE6554}"/>
              </a:ext>
            </a:extLst>
          </p:cNvPr>
          <p:cNvSpPr txBox="1"/>
          <p:nvPr/>
        </p:nvSpPr>
        <p:spPr>
          <a:xfrm>
            <a:off x="9896475" y="174822"/>
            <a:ext cx="186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Report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2041C3-7C82-DCF2-DB56-D63F259ECBCC}"/>
              </a:ext>
            </a:extLst>
          </p:cNvPr>
          <p:cNvSpPr txBox="1"/>
          <p:nvPr/>
        </p:nvSpPr>
        <p:spPr>
          <a:xfrm>
            <a:off x="466725" y="495496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FOLIO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2EB953-A208-F57A-E957-17BE6744899F}"/>
              </a:ext>
            </a:extLst>
          </p:cNvPr>
          <p:cNvSpPr txBox="1"/>
          <p:nvPr/>
        </p:nvSpPr>
        <p:spPr>
          <a:xfrm>
            <a:off x="5019675" y="616112"/>
            <a:ext cx="2152650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Folio of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Digital Marketing</a:t>
            </a:r>
          </a:p>
          <a:p>
            <a:pPr algn="ctr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Submitted to</a:t>
            </a:r>
          </a:p>
          <a:p>
            <a:pPr algn="ctr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Dezyne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École College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Toward Digital Marketing</a:t>
            </a:r>
          </a:p>
          <a:p>
            <a:pPr algn="ctr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BCA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Semester</a:t>
            </a:r>
          </a:p>
          <a:p>
            <a:pPr algn="ctr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Bhavesh Khemani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8794B-1E69-B1DA-5317-F48BEF43AA8B}"/>
              </a:ext>
            </a:extLst>
          </p:cNvPr>
          <p:cNvSpPr txBox="1"/>
          <p:nvPr/>
        </p:nvSpPr>
        <p:spPr>
          <a:xfrm>
            <a:off x="4900611" y="4906788"/>
            <a:ext cx="2390775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Dezyne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École College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106/10, Civil Lines, Ajmer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www.dezyneecole.com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2026-2027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94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C589BAE-8DEF-1CC2-190B-B76742F8B5BB}"/>
              </a:ext>
            </a:extLst>
          </p:cNvPr>
          <p:cNvCxnSpPr>
            <a:cxnSpLocks/>
          </p:cNvCxnSpPr>
          <p:nvPr/>
        </p:nvCxnSpPr>
        <p:spPr>
          <a:xfrm>
            <a:off x="552450" y="488950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8116C9-FB16-11BC-0282-095062560A9F}"/>
              </a:ext>
            </a:extLst>
          </p:cNvPr>
          <p:cNvCxnSpPr>
            <a:cxnSpLocks/>
          </p:cNvCxnSpPr>
          <p:nvPr/>
        </p:nvCxnSpPr>
        <p:spPr>
          <a:xfrm>
            <a:off x="552450" y="6480175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9005370-D910-9534-5A7D-5CD8F3D9E73D}"/>
              </a:ext>
            </a:extLst>
          </p:cNvPr>
          <p:cNvSpPr txBox="1"/>
          <p:nvPr/>
        </p:nvSpPr>
        <p:spPr>
          <a:xfrm>
            <a:off x="466725" y="174822"/>
            <a:ext cx="1771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Marketing</a:t>
            </a:r>
            <a:endParaRPr lang="en-IN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CD8388-1CE5-270E-ACF0-79AAF6B7610A}"/>
              </a:ext>
            </a:extLst>
          </p:cNvPr>
          <p:cNvSpPr txBox="1"/>
          <p:nvPr/>
        </p:nvSpPr>
        <p:spPr>
          <a:xfrm>
            <a:off x="9896475" y="174822"/>
            <a:ext cx="186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Report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B34C70-F844-F2C4-38D4-D99321FC2F20}"/>
              </a:ext>
            </a:extLst>
          </p:cNvPr>
          <p:cNvSpPr txBox="1"/>
          <p:nvPr/>
        </p:nvSpPr>
        <p:spPr>
          <a:xfrm>
            <a:off x="466725" y="495496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FOLIO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4C8575-3037-1F43-7919-1B67E51870F2}"/>
              </a:ext>
            </a:extLst>
          </p:cNvPr>
          <p:cNvSpPr txBox="1"/>
          <p:nvPr/>
        </p:nvSpPr>
        <p:spPr>
          <a:xfrm>
            <a:off x="466724" y="955983"/>
            <a:ext cx="10506075" cy="4946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take this opportunity to express our sincere gratitude to Dezyne École College for providing us with the knowledge, resources, and guidance essential to the successful completion of this project.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Our deepest thanks to our respected Principal, Dr. Vinita Mathur, for her visionary leadership and continuous encouragement. Her commitment to academic excellence and student growth has been a constant source of motivation and pride.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We are equally thankful to all our faculty members for their consistent support, expert advice, and valuable insights that shaped our learning and helped us achieve this milestone.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Lastly, we extend heartfelt thanks to everyone who directly or indirectly contributed to the success to this project.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We are proud to be part of Dezyne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École College, an institution that truly nurtures professionalism, innovation, and purpose.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With Sincere appreciation,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Bhavesh Khemani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 – BCA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Dezyne École College, Ajmer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279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F80B7-C2A3-52EC-3BB1-679564E8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965D975-1F29-DDFA-3D29-5568178BFF55}"/>
              </a:ext>
            </a:extLst>
          </p:cNvPr>
          <p:cNvCxnSpPr>
            <a:cxnSpLocks/>
          </p:cNvCxnSpPr>
          <p:nvPr/>
        </p:nvCxnSpPr>
        <p:spPr>
          <a:xfrm>
            <a:off x="552450" y="488950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FDA6A9E-1BE7-0A0A-3BDF-51B93050B412}"/>
              </a:ext>
            </a:extLst>
          </p:cNvPr>
          <p:cNvCxnSpPr>
            <a:cxnSpLocks/>
          </p:cNvCxnSpPr>
          <p:nvPr/>
        </p:nvCxnSpPr>
        <p:spPr>
          <a:xfrm>
            <a:off x="552450" y="6480175"/>
            <a:ext cx="110871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1370641-262C-5BF0-F12F-98D2EDC0ACF5}"/>
              </a:ext>
            </a:extLst>
          </p:cNvPr>
          <p:cNvSpPr txBox="1"/>
          <p:nvPr/>
        </p:nvSpPr>
        <p:spPr>
          <a:xfrm>
            <a:off x="466725" y="174822"/>
            <a:ext cx="1771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Marketing</a:t>
            </a:r>
            <a:endParaRPr lang="en-IN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69DE6-1EF2-00C9-B17D-3D0E4F64CAD6}"/>
              </a:ext>
            </a:extLst>
          </p:cNvPr>
          <p:cNvSpPr txBox="1"/>
          <p:nvPr/>
        </p:nvSpPr>
        <p:spPr>
          <a:xfrm>
            <a:off x="9896475" y="174822"/>
            <a:ext cx="1866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Report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CFEF64-530E-34CA-7146-D57F7E51CA57}"/>
              </a:ext>
            </a:extLst>
          </p:cNvPr>
          <p:cNvSpPr txBox="1"/>
          <p:nvPr/>
        </p:nvSpPr>
        <p:spPr>
          <a:xfrm>
            <a:off x="466725" y="495496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ASSIGNMENT FOLIO</a:t>
            </a: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6A78F-A1AE-1567-9B3C-EDA70B9BE7B9}"/>
              </a:ext>
            </a:extLst>
          </p:cNvPr>
          <p:cNvSpPr txBox="1"/>
          <p:nvPr/>
        </p:nvSpPr>
        <p:spPr>
          <a:xfrm>
            <a:off x="466724" y="955983"/>
            <a:ext cx="1050607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pPr lvl="1" algn="just">
              <a:spcAft>
                <a:spcPts val="12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Build Subscriber Base, Increase Engagement, Promote Products, Improve Conversions &amp; Maximize ROI</a:t>
            </a:r>
          </a:p>
          <a:p>
            <a:pPr algn="just">
              <a:spcAft>
                <a:spcPts val="1200"/>
              </a:spcAft>
            </a:pPr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Key Features: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 Subscriber List Creation</a:t>
            </a:r>
          </a:p>
          <a:p>
            <a:pPr lvl="1" algn="just">
              <a:spcAft>
                <a:spcPts val="12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Created audience list in Mailchimp. Segmented subscribers based on interests and demographics.</a:t>
            </a:r>
          </a:p>
          <a:p>
            <a:pPr algn="just"/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2. Email Campaign Setup</a:t>
            </a:r>
          </a:p>
          <a:p>
            <a:pPr lvl="1" algn="just">
              <a:spcAft>
                <a:spcPts val="12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Selected regular email campaign and defined campaign name, audience, and subject line with strong CTA.</a:t>
            </a:r>
          </a:p>
          <a:p>
            <a:pPr algn="just"/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3. Email Designing</a:t>
            </a:r>
          </a:p>
          <a:p>
            <a:pPr lvl="1" algn="just">
              <a:spcAft>
                <a:spcPts val="12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Designed responsive email using drag-and-drop builder. Added logo, banner image, product details, and clear Call-to-Action buttons</a:t>
            </a:r>
          </a:p>
          <a:p>
            <a:pPr algn="just"/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4. Test Email &amp; Optimization</a:t>
            </a:r>
          </a:p>
          <a:p>
            <a:pPr lvl="1" algn="just">
              <a:spcAft>
                <a:spcPts val="1200"/>
              </a:spcAft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Sent test emails to check layout, links, subject line, and mobile responsiveness.</a:t>
            </a:r>
          </a:p>
          <a:p>
            <a:pPr algn="just"/>
            <a:b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5. Final Publication &amp; Performance Tracking</a:t>
            </a:r>
          </a:p>
          <a:p>
            <a:pPr lvl="1" algn="just"/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Scheduled and sent final campaign. Monitored open rate, click-through rate (CTR),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301148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30433-34C4-BCBA-92BB-EAEDCA031F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6" t="11681" r="18906" b="11681"/>
          <a:stretch>
            <a:fillRect/>
          </a:stretch>
        </p:blipFill>
        <p:spPr>
          <a:xfrm>
            <a:off x="1777372" y="466725"/>
            <a:ext cx="8637256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1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B44C3-18E4-D009-D91A-7E2C63FE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F5DE743-7D3D-47F7-CBB8-D00877493B3C}"/>
              </a:ext>
            </a:extLst>
          </p:cNvPr>
          <p:cNvSpPr/>
          <p:nvPr/>
        </p:nvSpPr>
        <p:spPr>
          <a:xfrm>
            <a:off x="3691617" y="55558"/>
            <a:ext cx="480876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Mailchimp Account Setup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D2B405-ED10-C605-E236-183D02469748}"/>
              </a:ext>
            </a:extLst>
          </p:cNvPr>
          <p:cNvCxnSpPr/>
          <p:nvPr/>
        </p:nvCxnSpPr>
        <p:spPr>
          <a:xfrm>
            <a:off x="3600450" y="716932"/>
            <a:ext cx="5086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F020AF0-7EA2-0AD6-F18B-615A3DA6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13B23A-AB4A-9439-B152-FEF7E999C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46" y="1315442"/>
            <a:ext cx="10913706" cy="47879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9BFDB51-721E-0341-9273-ADFB5B279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282" y="-2349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55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521A3193-6845-5A64-C6BC-53CCA7D61C98}"/>
              </a:ext>
            </a:extLst>
          </p:cNvPr>
          <p:cNvSpPr/>
          <p:nvPr/>
        </p:nvSpPr>
        <p:spPr>
          <a:xfrm>
            <a:off x="3691617" y="55558"/>
            <a:ext cx="480876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 Campaign Dashboard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063B92-43F0-C09C-FF7A-705496A24876}"/>
              </a:ext>
            </a:extLst>
          </p:cNvPr>
          <p:cNvCxnSpPr/>
          <p:nvPr/>
        </p:nvCxnSpPr>
        <p:spPr>
          <a:xfrm>
            <a:off x="3600450" y="716932"/>
            <a:ext cx="50863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C5BA5CA-6861-00B7-4B68-3F3C93FC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1D02996-1C9B-A9E4-B594-C29D34FA4BA3}"/>
              </a:ext>
            </a:extLst>
          </p:cNvPr>
          <p:cNvGrpSpPr/>
          <p:nvPr/>
        </p:nvGrpSpPr>
        <p:grpSpPr>
          <a:xfrm>
            <a:off x="693963" y="1379626"/>
            <a:ext cx="10899324" cy="5015660"/>
            <a:chOff x="906236" y="1477310"/>
            <a:chExt cx="10474778" cy="482029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A63443C-34CC-BCB4-FB58-1BD242074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0381"/>
            <a:stretch>
              <a:fillRect/>
            </a:stretch>
          </p:blipFill>
          <p:spPr>
            <a:xfrm>
              <a:off x="906236" y="1477310"/>
              <a:ext cx="10474778" cy="4820290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B8DBCA-8299-340C-C8EF-2C0AEF588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-22" t="10017" r="1"/>
            <a:stretch>
              <a:fillRect/>
            </a:stretch>
          </p:blipFill>
          <p:spPr>
            <a:xfrm>
              <a:off x="906236" y="1912701"/>
              <a:ext cx="10474778" cy="438490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50FD1B4-BEC1-7C8F-E9C5-0C150C3FD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282" y="-2349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2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30404-E6F3-067D-F80E-090F9B72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621E7DF9-2A3C-7752-92C0-41B50BAE1128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 Design Method Selection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6CA6F4-5809-4173-2599-6F381076230C}"/>
              </a:ext>
            </a:extLst>
          </p:cNvPr>
          <p:cNvCxnSpPr>
            <a:cxnSpLocks/>
          </p:cNvCxnSpPr>
          <p:nvPr/>
        </p:nvCxnSpPr>
        <p:spPr>
          <a:xfrm>
            <a:off x="3303815" y="716932"/>
            <a:ext cx="55843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9A54E9-C9DA-5616-67CC-715AA8202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76C12A-162E-91AC-A571-69608ECA8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9366" y="1089976"/>
            <a:ext cx="9748517" cy="54813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9A9F9B-3E41-8278-1E1B-E9FEF0405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7745" y="-163456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87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E557A6-EA45-5178-9700-5A00856B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B10E6386-3762-3D37-8D72-962C43928A04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 Template Selection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B993E9-ED0E-5C79-182B-6D4192CC3650}"/>
              </a:ext>
            </a:extLst>
          </p:cNvPr>
          <p:cNvCxnSpPr>
            <a:cxnSpLocks/>
          </p:cNvCxnSpPr>
          <p:nvPr/>
        </p:nvCxnSpPr>
        <p:spPr>
          <a:xfrm>
            <a:off x="3522890" y="716932"/>
            <a:ext cx="514622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ADF47E8-62E6-9901-788F-00C07A668F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890A3E-29E9-E404-35E8-FCB1172DA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62227"/>
            <a:ext cx="11035004" cy="484112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9BB59E-8CD5-1C1F-CEA1-A4C4322A5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282" y="-2349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8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F8AA7-49FD-5CED-4285-E7A9B2F0F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42D3ECE7-C8DC-A24C-E247-A3D2D0B8C51B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 Design &amp; Customization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48DDE4-F4D8-F08F-D739-73091668B8C7}"/>
              </a:ext>
            </a:extLst>
          </p:cNvPr>
          <p:cNvCxnSpPr>
            <a:cxnSpLocks/>
          </p:cNvCxnSpPr>
          <p:nvPr/>
        </p:nvCxnSpPr>
        <p:spPr>
          <a:xfrm>
            <a:off x="3432402" y="716932"/>
            <a:ext cx="53271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E402464-3616-E362-02B1-6A1D7A2C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2942B6-E9CE-0A54-DBBC-BECBBFF75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35" y="1245260"/>
            <a:ext cx="11072327" cy="48958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61C6B19-F4D8-B6F7-2095-23BFA6C39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282" y="-2349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0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B2AE0-C3DC-A2DB-7406-1EE15F53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BA7C287A-4014-4E49-E1D3-C3E7DE2AE39E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 Design &amp; Customization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75D333-65A9-5C93-4244-F83E1D19DEE8}"/>
              </a:ext>
            </a:extLst>
          </p:cNvPr>
          <p:cNvCxnSpPr>
            <a:cxnSpLocks/>
          </p:cNvCxnSpPr>
          <p:nvPr/>
        </p:nvCxnSpPr>
        <p:spPr>
          <a:xfrm>
            <a:off x="3432402" y="716932"/>
            <a:ext cx="532719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DE396A3-F966-58EF-FA2D-4BB45C508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60AEAC-037A-CA5D-4DB4-16A21DA5F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89" y="2817338"/>
            <a:ext cx="4072077" cy="19271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A66A95-DEFF-7A70-F3FC-590B76A7B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448" y="2289774"/>
            <a:ext cx="2897102" cy="30817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4C8815-2174-D1E4-074C-70B822FF7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396" y="2437991"/>
            <a:ext cx="3971615" cy="27852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98A13A-DBFE-5EF8-C48D-C788720579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282" y="-2349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365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5C2B81-C038-F0AC-70AE-BA8575375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72B03DC-FD0B-234B-A6D9-993CFE37BAEC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Contact Import Method Selection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C7DD46-F8F0-D6F4-847E-4E2ABD0C207F}"/>
              </a:ext>
            </a:extLst>
          </p:cNvPr>
          <p:cNvCxnSpPr>
            <a:cxnSpLocks/>
          </p:cNvCxnSpPr>
          <p:nvPr/>
        </p:nvCxnSpPr>
        <p:spPr>
          <a:xfrm>
            <a:off x="3109573" y="716932"/>
            <a:ext cx="59728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FC81271-A540-D5A9-0147-89954E0553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176B0-8A2C-2465-CB01-C293C1F6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6" y="1098545"/>
            <a:ext cx="9718036" cy="54641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FF5DC23-86E7-E6FC-5A27-D4D4EACB3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186" y="-163456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602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C7A77-2507-C3F2-C607-512FCC30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8A19E8B-75EE-0288-D2A3-239B8811B589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Copy &amp; Paste Your Contact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8CA103-FFEA-6992-B0C3-7C0E61C61FA4}"/>
              </a:ext>
            </a:extLst>
          </p:cNvPr>
          <p:cNvCxnSpPr>
            <a:cxnSpLocks/>
          </p:cNvCxnSpPr>
          <p:nvPr/>
        </p:nvCxnSpPr>
        <p:spPr>
          <a:xfrm>
            <a:off x="3109573" y="716932"/>
            <a:ext cx="59728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7774CB9-9356-7514-46FD-51CCF7D6B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09E1B1-950D-9913-1504-C081DFAD02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6" y="1098545"/>
            <a:ext cx="9718035" cy="54641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E804A72-CEE8-1933-DAC9-8ED19FB28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5828" y="-16345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138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AC53D-49EA-E784-B712-B713BC2A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AB7D0D9-C55E-C608-059A-C1AF002AAF04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Contact Imported Successfully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D1B616-4FF5-C23C-A62F-67AF4699A2D9}"/>
              </a:ext>
            </a:extLst>
          </p:cNvPr>
          <p:cNvCxnSpPr>
            <a:cxnSpLocks/>
          </p:cNvCxnSpPr>
          <p:nvPr/>
        </p:nvCxnSpPr>
        <p:spPr>
          <a:xfrm>
            <a:off x="3109573" y="716932"/>
            <a:ext cx="59728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5F94BC-2A05-B3C3-8EDC-B94DEA02A2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7226F1-DA00-6CD6-D385-CD638C96C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6" y="1098545"/>
            <a:ext cx="9718035" cy="54641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BD6A7A-F51C-58C2-EF97-1AD50F2E6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85" y="-277984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9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50C5E-1556-E56D-5187-675015E46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AFE7EA9B-99B3-8E85-8ADF-046367FFDE87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Completion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723EB8-53E7-2A5F-487B-67FCFDC5210C}"/>
              </a:ext>
            </a:extLst>
          </p:cNvPr>
          <p:cNvCxnSpPr>
            <a:cxnSpLocks/>
          </p:cNvCxnSpPr>
          <p:nvPr/>
        </p:nvCxnSpPr>
        <p:spPr>
          <a:xfrm>
            <a:off x="4391238" y="716932"/>
            <a:ext cx="34095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359422-DE8B-3CBF-D465-25268AEF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0F05AD-86D4-D1F5-8FB4-5162556CDF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7" y="1098545"/>
            <a:ext cx="9718033" cy="54641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1C43A77-423E-3593-8C9B-05F0D6584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85" y="-200779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69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0EA0C7-F053-309A-A276-5BE026A82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9CF2836B-6139-3407-03CE-4E63B2E2ECBF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Import Confirmation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B02117-A3D4-2723-A21C-10A0F6AC1631}"/>
              </a:ext>
            </a:extLst>
          </p:cNvPr>
          <p:cNvCxnSpPr>
            <a:cxnSpLocks/>
          </p:cNvCxnSpPr>
          <p:nvPr/>
        </p:nvCxnSpPr>
        <p:spPr>
          <a:xfrm>
            <a:off x="4271708" y="716932"/>
            <a:ext cx="36485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4528D7-C1C2-06DC-6F21-585DC61A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B99412-0345-8234-E6EE-26F15F86CA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7" y="1098545"/>
            <a:ext cx="9718033" cy="546417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FF0591-115C-DEEE-489A-F762B848F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282" y="-277984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36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83A0D9-19AB-A91A-05CB-3E88CB29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C4E93E6-F151-D477-478E-5FD26651CAE9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Campaign Preview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690527-9E64-C701-277C-08ED149FECD9}"/>
              </a:ext>
            </a:extLst>
          </p:cNvPr>
          <p:cNvCxnSpPr>
            <a:cxnSpLocks/>
          </p:cNvCxnSpPr>
          <p:nvPr/>
        </p:nvCxnSpPr>
        <p:spPr>
          <a:xfrm>
            <a:off x="4271708" y="716932"/>
            <a:ext cx="36485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B51407D-16DC-6FF4-37F9-A31CF12D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83AA6-5861-8633-386E-515DBE960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12" y="1530706"/>
            <a:ext cx="9989975" cy="4721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521FD9-96F7-0914-92A9-6C5691749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282" y="-134531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59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9FD27-19F6-4A4B-E24F-84534278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0431BB33-0D4F-B3A9-0D73-D8E84B707109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Campaign Successfully Launched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42CB-F490-B4D7-7869-54DBF7091A4D}"/>
              </a:ext>
            </a:extLst>
          </p:cNvPr>
          <p:cNvCxnSpPr>
            <a:cxnSpLocks/>
          </p:cNvCxnSpPr>
          <p:nvPr/>
        </p:nvCxnSpPr>
        <p:spPr>
          <a:xfrm>
            <a:off x="3109573" y="716932"/>
            <a:ext cx="59728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7968BEF-945A-F8F0-A238-BF49CE6A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0F8C27-139B-4A5E-580C-F79931148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4607" y="1098545"/>
            <a:ext cx="9718033" cy="54641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CB27BF-E089-40A1-29BF-DA5E6CA5B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485" y="-182117"/>
            <a:ext cx="2716911" cy="148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82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E703F-B548-88B1-A89D-F867B83C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596BB74E-0754-79ED-CC7D-EC5697BE871A}"/>
              </a:ext>
            </a:extLst>
          </p:cNvPr>
          <p:cNvSpPr/>
          <p:nvPr/>
        </p:nvSpPr>
        <p:spPr>
          <a:xfrm>
            <a:off x="3007177" y="55558"/>
            <a:ext cx="6177644" cy="813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Email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A449A1-DFCE-FE88-5C49-56AE01C618F3}"/>
              </a:ext>
            </a:extLst>
          </p:cNvPr>
          <p:cNvCxnSpPr>
            <a:cxnSpLocks/>
          </p:cNvCxnSpPr>
          <p:nvPr/>
        </p:nvCxnSpPr>
        <p:spPr>
          <a:xfrm>
            <a:off x="5019442" y="716932"/>
            <a:ext cx="215311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3F7E1B2-FB2B-E101-AFFF-A25E95AC68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4" b="6624"/>
          <a:stretch/>
        </p:blipFill>
        <p:spPr>
          <a:xfrm>
            <a:off x="214993" y="143216"/>
            <a:ext cx="732064" cy="638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B28A7B-CAEE-4187-669F-EEEC4544A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388" y="1895943"/>
            <a:ext cx="3698994" cy="39289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E6E2AF-636F-5A8A-B360-26A3E4477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223" y="2266998"/>
            <a:ext cx="4122777" cy="2491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EB7160-02EF-9B9E-406F-F2192F8A3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282" y="-40573"/>
            <a:ext cx="2716911" cy="14808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99F8F-F62C-D198-72DC-C717C29719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993" y="2266998"/>
            <a:ext cx="3774647" cy="284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59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F54A23-08E7-D500-26E9-01A55B945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949272"/>
            <a:ext cx="7010400" cy="495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8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</TotalTime>
  <Words>411</Words>
  <Application>Microsoft Office PowerPoint</Application>
  <PresentationFormat>Widescreen</PresentationFormat>
  <Paragraphs>65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Nitin Khemani</cp:lastModifiedBy>
  <cp:revision>328</cp:revision>
  <dcterms:created xsi:type="dcterms:W3CDTF">2026-08-02T05:39:20Z</dcterms:created>
  <dcterms:modified xsi:type="dcterms:W3CDTF">2026-10-01T15:41:53Z</dcterms:modified>
</cp:coreProperties>
</file>