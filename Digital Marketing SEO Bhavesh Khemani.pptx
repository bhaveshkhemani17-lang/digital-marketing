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5" r:id="rId2"/>
    <p:sldId id="266" r:id="rId3"/>
    <p:sldId id="267" r:id="rId4"/>
    <p:sldId id="268" r:id="rId5"/>
    <p:sldId id="256" r:id="rId6"/>
    <p:sldId id="257" r:id="rId7"/>
    <p:sldId id="258" r:id="rId8"/>
    <p:sldId id="259" r:id="rId9"/>
    <p:sldId id="260" r:id="rId10"/>
    <p:sldId id="261" r:id="rId11"/>
    <p:sldId id="271" r:id="rId12"/>
    <p:sldId id="272" r:id="rId13"/>
    <p:sldId id="269" r:id="rId14"/>
    <p:sldId id="270" r:id="rId15"/>
    <p:sldId id="27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4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D81B96-7F24-4142-A306-9ECDA9BFF56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473E5A4C-58BE-4A3E-B7CD-D858C140F245}">
      <dgm:prSet/>
      <dgm:spPr/>
      <dgm:t>
        <a:bodyPr/>
        <a:lstStyle/>
        <a:p>
          <a:pPr algn="ctr"/>
          <a:r>
            <a:rPr lang="en-IN" dirty="0"/>
            <a:t>Primary Keywords</a:t>
          </a:r>
        </a:p>
      </dgm:t>
    </dgm:pt>
    <dgm:pt modelId="{2DB529D5-DE37-4C68-9C24-96A09B828579}" type="parTrans" cxnId="{73BAAE03-B0C2-4DAA-8F7D-E0BEA70DBDED}">
      <dgm:prSet/>
      <dgm:spPr/>
      <dgm:t>
        <a:bodyPr/>
        <a:lstStyle/>
        <a:p>
          <a:endParaRPr lang="en-IN"/>
        </a:p>
      </dgm:t>
    </dgm:pt>
    <dgm:pt modelId="{7BDA8D4D-A3AF-4A5C-9DC5-BD275765C9C5}" type="sibTrans" cxnId="{73BAAE03-B0C2-4DAA-8F7D-E0BEA70DBDED}">
      <dgm:prSet/>
      <dgm:spPr/>
      <dgm:t>
        <a:bodyPr/>
        <a:lstStyle/>
        <a:p>
          <a:endParaRPr lang="en-IN"/>
        </a:p>
      </dgm:t>
    </dgm:pt>
    <dgm:pt modelId="{43439DC8-85D8-4703-B183-1E78FD9A2D18}" type="pres">
      <dgm:prSet presAssocID="{8CD81B96-7F24-4142-A306-9ECDA9BFF563}" presName="linear" presStyleCnt="0">
        <dgm:presLayoutVars>
          <dgm:animLvl val="lvl"/>
          <dgm:resizeHandles val="exact"/>
        </dgm:presLayoutVars>
      </dgm:prSet>
      <dgm:spPr/>
    </dgm:pt>
    <dgm:pt modelId="{85462AFE-DAB6-474A-B75B-38AC65F7C7F7}" type="pres">
      <dgm:prSet presAssocID="{473E5A4C-58BE-4A3E-B7CD-D858C140F245}" presName="parentText" presStyleLbl="node1" presStyleIdx="0" presStyleCnt="1">
        <dgm:presLayoutVars>
          <dgm:chMax val="0"/>
          <dgm:bulletEnabled val="1"/>
        </dgm:presLayoutVars>
      </dgm:prSet>
      <dgm:spPr/>
    </dgm:pt>
  </dgm:ptLst>
  <dgm:cxnLst>
    <dgm:cxn modelId="{73BAAE03-B0C2-4DAA-8F7D-E0BEA70DBDED}" srcId="{8CD81B96-7F24-4142-A306-9ECDA9BFF563}" destId="{473E5A4C-58BE-4A3E-B7CD-D858C140F245}" srcOrd="0" destOrd="0" parTransId="{2DB529D5-DE37-4C68-9C24-96A09B828579}" sibTransId="{7BDA8D4D-A3AF-4A5C-9DC5-BD275765C9C5}"/>
    <dgm:cxn modelId="{7AFDD21C-3E05-4057-A5D3-B18167AD9099}" type="presOf" srcId="{8CD81B96-7F24-4142-A306-9ECDA9BFF563}" destId="{43439DC8-85D8-4703-B183-1E78FD9A2D18}" srcOrd="0" destOrd="0" presId="urn:microsoft.com/office/officeart/2005/8/layout/vList2"/>
    <dgm:cxn modelId="{A84A36AA-CAF5-4E63-A68E-E9E3025F3A44}" type="presOf" srcId="{473E5A4C-58BE-4A3E-B7CD-D858C140F245}" destId="{85462AFE-DAB6-474A-B75B-38AC65F7C7F7}" srcOrd="0" destOrd="0" presId="urn:microsoft.com/office/officeart/2005/8/layout/vList2"/>
    <dgm:cxn modelId="{DFF7B6B0-1962-456A-87A2-82914EB88481}" type="presParOf" srcId="{43439DC8-85D8-4703-B183-1E78FD9A2D18}" destId="{85462AFE-DAB6-474A-B75B-38AC65F7C7F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AAB799-EF9B-419F-AF1F-CEA6EAD26D00}" type="doc">
      <dgm:prSet loTypeId="urn:microsoft.com/office/officeart/2005/8/layout/vList2" loCatId="list" qsTypeId="urn:microsoft.com/office/officeart/2005/8/quickstyle/simple1" qsCatId="simple" csTypeId="urn:microsoft.com/office/officeart/2005/8/colors/accent0_2" csCatId="mainScheme" phldr="1"/>
      <dgm:spPr/>
      <dgm:t>
        <a:bodyPr/>
        <a:lstStyle/>
        <a:p>
          <a:endParaRPr lang="en-IN"/>
        </a:p>
      </dgm:t>
    </dgm:pt>
    <dgm:pt modelId="{9AA5AD45-9FE3-4843-BBC9-6DC864E6BC61}">
      <dgm:prSet/>
      <dgm:spPr/>
      <dgm:t>
        <a:bodyPr/>
        <a:lstStyle/>
        <a:p>
          <a:pPr algn="ctr"/>
          <a:r>
            <a:rPr lang="en-IN"/>
            <a:t>Stylish Backpacks</a:t>
          </a:r>
        </a:p>
      </dgm:t>
    </dgm:pt>
    <dgm:pt modelId="{CEFEAA03-6FF0-44CB-B767-4BC6467C750E}" type="parTrans" cxnId="{B3F1DC44-E9D7-45D8-9D94-F9B84072E03E}">
      <dgm:prSet/>
      <dgm:spPr/>
      <dgm:t>
        <a:bodyPr/>
        <a:lstStyle/>
        <a:p>
          <a:endParaRPr lang="en-IN"/>
        </a:p>
      </dgm:t>
    </dgm:pt>
    <dgm:pt modelId="{737EE1E1-ABEB-4D3D-B0A0-0D49A79ACC08}" type="sibTrans" cxnId="{B3F1DC44-E9D7-45D8-9D94-F9B84072E03E}">
      <dgm:prSet/>
      <dgm:spPr/>
      <dgm:t>
        <a:bodyPr/>
        <a:lstStyle/>
        <a:p>
          <a:endParaRPr lang="en-IN"/>
        </a:p>
      </dgm:t>
    </dgm:pt>
    <dgm:pt modelId="{297B5EDE-B98B-4AFA-8D6A-07230B944674}">
      <dgm:prSet/>
      <dgm:spPr/>
      <dgm:t>
        <a:bodyPr/>
        <a:lstStyle/>
        <a:p>
          <a:pPr algn="ctr"/>
          <a:r>
            <a:rPr lang="en-IN" dirty="0"/>
            <a:t>Durable School Bags</a:t>
          </a:r>
        </a:p>
      </dgm:t>
    </dgm:pt>
    <dgm:pt modelId="{490A8D56-A495-4049-BD75-AD885316D4AD}" type="parTrans" cxnId="{0C9CF3A8-D30D-4D93-90B3-D84D7949DCFC}">
      <dgm:prSet/>
      <dgm:spPr/>
      <dgm:t>
        <a:bodyPr/>
        <a:lstStyle/>
        <a:p>
          <a:endParaRPr lang="en-IN"/>
        </a:p>
      </dgm:t>
    </dgm:pt>
    <dgm:pt modelId="{1C0B1A72-E10E-4098-91F3-20CEE0E16B8C}" type="sibTrans" cxnId="{0C9CF3A8-D30D-4D93-90B3-D84D7949DCFC}">
      <dgm:prSet/>
      <dgm:spPr/>
      <dgm:t>
        <a:bodyPr/>
        <a:lstStyle/>
        <a:p>
          <a:endParaRPr lang="en-IN"/>
        </a:p>
      </dgm:t>
    </dgm:pt>
    <dgm:pt modelId="{87CC5E66-9B0E-4065-8A74-326D12589602}">
      <dgm:prSet/>
      <dgm:spPr/>
      <dgm:t>
        <a:bodyPr/>
        <a:lstStyle/>
        <a:p>
          <a:pPr algn="ctr"/>
          <a:r>
            <a:rPr lang="en-IN"/>
            <a:t>Lightweight Backpacks</a:t>
          </a:r>
        </a:p>
      </dgm:t>
    </dgm:pt>
    <dgm:pt modelId="{361FF35E-111D-406F-B5A7-75D99956B2F1}" type="parTrans" cxnId="{83328F0A-F37B-4C91-ABF1-8FE23D056EEA}">
      <dgm:prSet/>
      <dgm:spPr/>
      <dgm:t>
        <a:bodyPr/>
        <a:lstStyle/>
        <a:p>
          <a:endParaRPr lang="en-IN"/>
        </a:p>
      </dgm:t>
    </dgm:pt>
    <dgm:pt modelId="{38500614-DA06-4D3E-8155-A3B2253D1BB1}" type="sibTrans" cxnId="{83328F0A-F37B-4C91-ABF1-8FE23D056EEA}">
      <dgm:prSet/>
      <dgm:spPr/>
      <dgm:t>
        <a:bodyPr/>
        <a:lstStyle/>
        <a:p>
          <a:endParaRPr lang="en-IN"/>
        </a:p>
      </dgm:t>
    </dgm:pt>
    <dgm:pt modelId="{1C25FCD7-44CE-4C94-9BBA-B05D0EAE49CC}">
      <dgm:prSet/>
      <dgm:spPr/>
      <dgm:t>
        <a:bodyPr/>
        <a:lstStyle/>
        <a:p>
          <a:pPr algn="ctr"/>
          <a:r>
            <a:rPr lang="en-IN" dirty="0"/>
            <a:t>Water-Resistant Backpacks</a:t>
          </a:r>
        </a:p>
      </dgm:t>
    </dgm:pt>
    <dgm:pt modelId="{C1C50DF8-8E85-428E-A528-25E6FE35C0A3}" type="parTrans" cxnId="{716223F5-0FEF-41E4-8449-3F2AC1FD2647}">
      <dgm:prSet/>
      <dgm:spPr/>
      <dgm:t>
        <a:bodyPr/>
        <a:lstStyle/>
        <a:p>
          <a:endParaRPr lang="en-IN"/>
        </a:p>
      </dgm:t>
    </dgm:pt>
    <dgm:pt modelId="{706D396D-2205-4700-807B-195F68B7C3AA}" type="sibTrans" cxnId="{716223F5-0FEF-41E4-8449-3F2AC1FD2647}">
      <dgm:prSet/>
      <dgm:spPr/>
      <dgm:t>
        <a:bodyPr/>
        <a:lstStyle/>
        <a:p>
          <a:endParaRPr lang="en-IN"/>
        </a:p>
      </dgm:t>
    </dgm:pt>
    <dgm:pt modelId="{601C3FC8-FD86-47C5-BC0C-1DEAEDAE0243}">
      <dgm:prSet/>
      <dgm:spPr/>
      <dgm:t>
        <a:bodyPr/>
        <a:lstStyle/>
        <a:p>
          <a:pPr algn="ctr"/>
          <a:r>
            <a:rPr lang="en-IN"/>
            <a:t>College Backpacks</a:t>
          </a:r>
        </a:p>
      </dgm:t>
    </dgm:pt>
    <dgm:pt modelId="{16C05F18-917D-4EAE-9B0C-CDB8AABDA728}" type="parTrans" cxnId="{B074F338-5EE4-494D-8F92-50D359DC5737}">
      <dgm:prSet/>
      <dgm:spPr/>
      <dgm:t>
        <a:bodyPr/>
        <a:lstStyle/>
        <a:p>
          <a:endParaRPr lang="en-IN"/>
        </a:p>
      </dgm:t>
    </dgm:pt>
    <dgm:pt modelId="{FF86A6BB-DC50-4F67-9AA6-85C39388C00F}" type="sibTrans" cxnId="{B074F338-5EE4-494D-8F92-50D359DC5737}">
      <dgm:prSet/>
      <dgm:spPr/>
      <dgm:t>
        <a:bodyPr/>
        <a:lstStyle/>
        <a:p>
          <a:endParaRPr lang="en-IN"/>
        </a:p>
      </dgm:t>
    </dgm:pt>
    <dgm:pt modelId="{50A94C4C-7EAB-488B-B862-A394B2A19605}">
      <dgm:prSet/>
      <dgm:spPr/>
      <dgm:t>
        <a:bodyPr/>
        <a:lstStyle/>
        <a:p>
          <a:pPr algn="ctr"/>
          <a:r>
            <a:rPr lang="en-IN"/>
            <a:t>Premium Backpack Brand</a:t>
          </a:r>
        </a:p>
      </dgm:t>
    </dgm:pt>
    <dgm:pt modelId="{C8680A05-C176-4F1F-88C3-57FC5365A0AB}" type="parTrans" cxnId="{5F214E5E-3919-4D9C-AA36-AD53CBE8BC6C}">
      <dgm:prSet/>
      <dgm:spPr/>
      <dgm:t>
        <a:bodyPr/>
        <a:lstStyle/>
        <a:p>
          <a:endParaRPr lang="en-IN"/>
        </a:p>
      </dgm:t>
    </dgm:pt>
    <dgm:pt modelId="{59C14C96-9057-41E3-A55E-9AFA053F4B87}" type="sibTrans" cxnId="{5F214E5E-3919-4D9C-AA36-AD53CBE8BC6C}">
      <dgm:prSet/>
      <dgm:spPr/>
      <dgm:t>
        <a:bodyPr/>
        <a:lstStyle/>
        <a:p>
          <a:endParaRPr lang="en-IN"/>
        </a:p>
      </dgm:t>
    </dgm:pt>
    <dgm:pt modelId="{099786C5-E5A0-4CA7-9E06-0EB8E485B283}">
      <dgm:prSet/>
      <dgm:spPr/>
      <dgm:t>
        <a:bodyPr/>
        <a:lstStyle/>
        <a:p>
          <a:pPr algn="ctr"/>
          <a:r>
            <a:rPr lang="en-IN"/>
            <a:t>Backpacks</a:t>
          </a:r>
        </a:p>
      </dgm:t>
    </dgm:pt>
    <dgm:pt modelId="{65BDDA79-5907-445B-AB89-A2B4075A4B09}" type="parTrans" cxnId="{86C3C333-DCF1-4214-8443-EC90C1CCCE7E}">
      <dgm:prSet/>
      <dgm:spPr/>
      <dgm:t>
        <a:bodyPr/>
        <a:lstStyle/>
        <a:p>
          <a:endParaRPr lang="en-IN"/>
        </a:p>
      </dgm:t>
    </dgm:pt>
    <dgm:pt modelId="{BD0AD798-9929-4804-A283-8547244DDD28}" type="sibTrans" cxnId="{86C3C333-DCF1-4214-8443-EC90C1CCCE7E}">
      <dgm:prSet/>
      <dgm:spPr/>
      <dgm:t>
        <a:bodyPr/>
        <a:lstStyle/>
        <a:p>
          <a:endParaRPr lang="en-IN"/>
        </a:p>
      </dgm:t>
    </dgm:pt>
    <dgm:pt modelId="{01DAD491-1BC4-4F8C-B671-ACB650B5B07F}">
      <dgm:prSet/>
      <dgm:spPr/>
      <dgm:t>
        <a:bodyPr/>
        <a:lstStyle/>
        <a:p>
          <a:pPr algn="ctr"/>
          <a:r>
            <a:rPr lang="en-IN" dirty="0"/>
            <a:t>School Bags</a:t>
          </a:r>
        </a:p>
      </dgm:t>
    </dgm:pt>
    <dgm:pt modelId="{1F36943A-8840-49A3-97A1-F566CC104118}" type="parTrans" cxnId="{B2C4AB8E-6B4E-4CBE-95D6-0FFF3F53AF5C}">
      <dgm:prSet/>
      <dgm:spPr/>
      <dgm:t>
        <a:bodyPr/>
        <a:lstStyle/>
        <a:p>
          <a:endParaRPr lang="en-IN"/>
        </a:p>
      </dgm:t>
    </dgm:pt>
    <dgm:pt modelId="{188868AA-4A56-4883-9F28-27A146DCE837}" type="sibTrans" cxnId="{B2C4AB8E-6B4E-4CBE-95D6-0FFF3F53AF5C}">
      <dgm:prSet/>
      <dgm:spPr/>
      <dgm:t>
        <a:bodyPr/>
        <a:lstStyle/>
        <a:p>
          <a:endParaRPr lang="en-IN"/>
        </a:p>
      </dgm:t>
    </dgm:pt>
    <dgm:pt modelId="{D1B8CA42-DD9A-430B-AC56-9B8623F98B52}">
      <dgm:prSet/>
      <dgm:spPr/>
      <dgm:t>
        <a:bodyPr/>
        <a:lstStyle/>
        <a:p>
          <a:pPr algn="ctr"/>
          <a:r>
            <a:rPr lang="en-IN"/>
            <a:t>Laptop Bags</a:t>
          </a:r>
        </a:p>
      </dgm:t>
    </dgm:pt>
    <dgm:pt modelId="{7076CCD1-AA1B-4A6D-982D-BD1593275752}" type="parTrans" cxnId="{C012D5B5-1635-4ABE-AEFF-35902C6AA022}">
      <dgm:prSet/>
      <dgm:spPr/>
      <dgm:t>
        <a:bodyPr/>
        <a:lstStyle/>
        <a:p>
          <a:endParaRPr lang="en-IN"/>
        </a:p>
      </dgm:t>
    </dgm:pt>
    <dgm:pt modelId="{B7CEE6DE-23D1-486F-9255-AC896966BA6F}" type="sibTrans" cxnId="{C012D5B5-1635-4ABE-AEFF-35902C6AA022}">
      <dgm:prSet/>
      <dgm:spPr/>
      <dgm:t>
        <a:bodyPr/>
        <a:lstStyle/>
        <a:p>
          <a:endParaRPr lang="en-IN"/>
        </a:p>
      </dgm:t>
    </dgm:pt>
    <dgm:pt modelId="{BA46FE61-07D9-4904-AC7C-6B4BF0D7FD96}">
      <dgm:prSet/>
      <dgm:spPr/>
      <dgm:t>
        <a:bodyPr/>
        <a:lstStyle/>
        <a:p>
          <a:pPr algn="ctr"/>
          <a:r>
            <a:rPr lang="en-IN"/>
            <a:t>Travel Backpacks</a:t>
          </a:r>
        </a:p>
      </dgm:t>
    </dgm:pt>
    <dgm:pt modelId="{BE2AF52A-3710-44BF-A493-268AA66423E8}" type="parTrans" cxnId="{408075E3-85DF-4DAA-ABDD-8352151298B3}">
      <dgm:prSet/>
      <dgm:spPr/>
      <dgm:t>
        <a:bodyPr/>
        <a:lstStyle/>
        <a:p>
          <a:endParaRPr lang="en-IN"/>
        </a:p>
      </dgm:t>
    </dgm:pt>
    <dgm:pt modelId="{3D467C9E-8C60-4F52-9C87-C85254DE5CB2}" type="sibTrans" cxnId="{408075E3-85DF-4DAA-ABDD-8352151298B3}">
      <dgm:prSet/>
      <dgm:spPr/>
      <dgm:t>
        <a:bodyPr/>
        <a:lstStyle/>
        <a:p>
          <a:endParaRPr lang="en-IN"/>
        </a:p>
      </dgm:t>
    </dgm:pt>
    <dgm:pt modelId="{8A57D5F1-229B-4CE0-A125-B792CBB60E04}" type="pres">
      <dgm:prSet presAssocID="{E7AAB799-EF9B-419F-AF1F-CEA6EAD26D00}" presName="linear" presStyleCnt="0">
        <dgm:presLayoutVars>
          <dgm:animLvl val="lvl"/>
          <dgm:resizeHandles val="exact"/>
        </dgm:presLayoutVars>
      </dgm:prSet>
      <dgm:spPr/>
    </dgm:pt>
    <dgm:pt modelId="{9B40C6CA-3E9D-4DE7-87CD-C729354DE981}" type="pres">
      <dgm:prSet presAssocID="{9AA5AD45-9FE3-4843-BBC9-6DC864E6BC61}" presName="parentText" presStyleLbl="node1" presStyleIdx="0" presStyleCnt="10" custFlipHor="1" custScaleX="39028" custLinFactNeighborX="-27937" custLinFactNeighborY="-36635">
        <dgm:presLayoutVars>
          <dgm:chMax val="0"/>
          <dgm:bulletEnabled val="1"/>
        </dgm:presLayoutVars>
      </dgm:prSet>
      <dgm:spPr/>
    </dgm:pt>
    <dgm:pt modelId="{B4CCC962-BEAB-452C-9B13-87DF5BA619F5}" type="pres">
      <dgm:prSet presAssocID="{737EE1E1-ABEB-4D3D-B0A0-0D49A79ACC08}" presName="spacer" presStyleCnt="0"/>
      <dgm:spPr/>
    </dgm:pt>
    <dgm:pt modelId="{6433922D-AB77-4D8D-9EFF-40DFE9156507}" type="pres">
      <dgm:prSet presAssocID="{297B5EDE-B98B-4AFA-8D6A-07230B944674}" presName="parentText" presStyleLbl="node1" presStyleIdx="1" presStyleCnt="10" custScaleX="39605" custLinFactY="-100000" custLinFactNeighborX="15083" custLinFactNeighborY="-131899">
        <dgm:presLayoutVars>
          <dgm:chMax val="0"/>
          <dgm:bulletEnabled val="1"/>
        </dgm:presLayoutVars>
      </dgm:prSet>
      <dgm:spPr/>
    </dgm:pt>
    <dgm:pt modelId="{ED6CA704-9263-4781-A8E8-911465017A70}" type="pres">
      <dgm:prSet presAssocID="{1C0B1A72-E10E-4098-91F3-20CEE0E16B8C}" presName="spacer" presStyleCnt="0"/>
      <dgm:spPr/>
    </dgm:pt>
    <dgm:pt modelId="{2F10FAD4-3086-4A0C-8277-B7622CC8E916}" type="pres">
      <dgm:prSet presAssocID="{87CC5E66-9B0E-4065-8A74-326D12589602}" presName="parentText" presStyleLbl="node1" presStyleIdx="2" presStyleCnt="10" custScaleX="39605" custLinFactY="-92100" custLinFactNeighborX="-28068" custLinFactNeighborY="-100000">
        <dgm:presLayoutVars>
          <dgm:chMax val="0"/>
          <dgm:bulletEnabled val="1"/>
        </dgm:presLayoutVars>
      </dgm:prSet>
      <dgm:spPr/>
    </dgm:pt>
    <dgm:pt modelId="{F7E64FCA-5A05-4E78-8090-385526CE74A9}" type="pres">
      <dgm:prSet presAssocID="{38500614-DA06-4D3E-8155-A3B2253D1BB1}" presName="spacer" presStyleCnt="0"/>
      <dgm:spPr/>
    </dgm:pt>
    <dgm:pt modelId="{12A33613-F914-4D0B-9A98-F6D89F9687AB}" type="pres">
      <dgm:prSet presAssocID="{1C25FCD7-44CE-4C94-9BBA-B05D0EAE49CC}" presName="parentText" presStyleLbl="node1" presStyleIdx="3" presStyleCnt="10" custScaleX="39605" custLinFactY="-190843" custLinFactNeighborX="15351" custLinFactNeighborY="-200000">
        <dgm:presLayoutVars>
          <dgm:chMax val="0"/>
          <dgm:bulletEnabled val="1"/>
        </dgm:presLayoutVars>
      </dgm:prSet>
      <dgm:spPr/>
    </dgm:pt>
    <dgm:pt modelId="{92AA583F-B13D-43BE-AE74-14F504BD8F65}" type="pres">
      <dgm:prSet presAssocID="{706D396D-2205-4700-807B-195F68B7C3AA}" presName="spacer" presStyleCnt="0"/>
      <dgm:spPr/>
    </dgm:pt>
    <dgm:pt modelId="{BD1128FF-6E87-4799-A6B2-36A7816A53AC}" type="pres">
      <dgm:prSet presAssocID="{601C3FC8-FD86-47C5-BC0C-1DEAEDAE0243}" presName="parentText" presStyleLbl="node1" presStyleIdx="4" presStyleCnt="10" custScaleX="39605" custLinFactY="-168092" custLinFactNeighborX="-27806" custLinFactNeighborY="-200000">
        <dgm:presLayoutVars>
          <dgm:chMax val="0"/>
          <dgm:bulletEnabled val="1"/>
        </dgm:presLayoutVars>
      </dgm:prSet>
      <dgm:spPr/>
    </dgm:pt>
    <dgm:pt modelId="{A5107820-9195-4001-AE8D-7A856463CEF7}" type="pres">
      <dgm:prSet presAssocID="{FF86A6BB-DC50-4F67-9AA6-85C39388C00F}" presName="spacer" presStyleCnt="0"/>
      <dgm:spPr/>
    </dgm:pt>
    <dgm:pt modelId="{BC7E1AA7-139E-4A01-BCD7-5117591E367D}" type="pres">
      <dgm:prSet presAssocID="{50A94C4C-7EAB-488B-B862-A394B2A19605}" presName="parentText" presStyleLbl="node1" presStyleIdx="5" presStyleCnt="10" custScaleX="39605" custLinFactY="-268092" custLinFactNeighborX="15294" custLinFactNeighborY="-300000">
        <dgm:presLayoutVars>
          <dgm:chMax val="0"/>
          <dgm:bulletEnabled val="1"/>
        </dgm:presLayoutVars>
      </dgm:prSet>
      <dgm:spPr/>
    </dgm:pt>
    <dgm:pt modelId="{DC1B51AB-12DB-43CC-8452-F81376C5C9EF}" type="pres">
      <dgm:prSet presAssocID="{59C14C96-9057-41E3-A55E-9AFA053F4B87}" presName="spacer" presStyleCnt="0"/>
      <dgm:spPr/>
    </dgm:pt>
    <dgm:pt modelId="{03F98708-7326-4BD0-AB82-AF5C05CA8C27}" type="pres">
      <dgm:prSet presAssocID="{099786C5-E5A0-4CA7-9E06-0EB8E485B283}" presName="parentText" presStyleLbl="node1" presStyleIdx="6" presStyleCnt="10" custScaleX="39605" custLinFactY="-255105" custLinFactNeighborX="-28108" custLinFactNeighborY="-300000">
        <dgm:presLayoutVars>
          <dgm:chMax val="0"/>
          <dgm:bulletEnabled val="1"/>
        </dgm:presLayoutVars>
      </dgm:prSet>
      <dgm:spPr/>
    </dgm:pt>
    <dgm:pt modelId="{C92B3424-4AB5-4654-8FA8-7D424739CF46}" type="pres">
      <dgm:prSet presAssocID="{BD0AD798-9929-4804-A283-8547244DDD28}" presName="spacer" presStyleCnt="0"/>
      <dgm:spPr/>
    </dgm:pt>
    <dgm:pt modelId="{7840BAC0-A1D8-40A9-81A0-A1666320A1A7}" type="pres">
      <dgm:prSet presAssocID="{01DAD491-1BC4-4F8C-B671-ACB650B5B07F}" presName="parentText" presStyleLbl="node1" presStyleIdx="7" presStyleCnt="10" custScaleX="39605" custLinFactY="-354003" custLinFactNeighborX="15018" custLinFactNeighborY="-400000">
        <dgm:presLayoutVars>
          <dgm:chMax val="0"/>
          <dgm:bulletEnabled val="1"/>
        </dgm:presLayoutVars>
      </dgm:prSet>
      <dgm:spPr/>
    </dgm:pt>
    <dgm:pt modelId="{894569D4-87D9-4FB0-913E-85E9E3F52AE1}" type="pres">
      <dgm:prSet presAssocID="{188868AA-4A56-4883-9F28-27A146DCE837}" presName="spacer" presStyleCnt="0"/>
      <dgm:spPr/>
    </dgm:pt>
    <dgm:pt modelId="{A2D2E5A6-1393-4C06-98BC-16095B730926}" type="pres">
      <dgm:prSet presAssocID="{D1B8CA42-DD9A-430B-AC56-9B8623F98B52}" presName="parentText" presStyleLbl="node1" presStyleIdx="8" presStyleCnt="10" custScaleX="39605" custLinFactY="-340140" custLinFactNeighborX="-28108" custLinFactNeighborY="-400000">
        <dgm:presLayoutVars>
          <dgm:chMax val="0"/>
          <dgm:bulletEnabled val="1"/>
        </dgm:presLayoutVars>
      </dgm:prSet>
      <dgm:spPr/>
    </dgm:pt>
    <dgm:pt modelId="{4D090F98-0950-498D-A089-3AC2C8EEFE38}" type="pres">
      <dgm:prSet presAssocID="{B7CEE6DE-23D1-486F-9255-AC896966BA6F}" presName="spacer" presStyleCnt="0"/>
      <dgm:spPr/>
    </dgm:pt>
    <dgm:pt modelId="{EBA486D6-EB4C-46B4-97B6-77FADBE37DB5}" type="pres">
      <dgm:prSet presAssocID="{BA46FE61-07D9-4904-AC7C-6B4BF0D7FD96}" presName="parentText" presStyleLbl="node1" presStyleIdx="9" presStyleCnt="10" custScaleX="39605" custLinFactY="-440578" custLinFactNeighborX="15191" custLinFactNeighborY="-500000">
        <dgm:presLayoutVars>
          <dgm:chMax val="0"/>
          <dgm:bulletEnabled val="1"/>
        </dgm:presLayoutVars>
      </dgm:prSet>
      <dgm:spPr/>
    </dgm:pt>
  </dgm:ptLst>
  <dgm:cxnLst>
    <dgm:cxn modelId="{83328F0A-F37B-4C91-ABF1-8FE23D056EEA}" srcId="{E7AAB799-EF9B-419F-AF1F-CEA6EAD26D00}" destId="{87CC5E66-9B0E-4065-8A74-326D12589602}" srcOrd="2" destOrd="0" parTransId="{361FF35E-111D-406F-B5A7-75D99956B2F1}" sibTransId="{38500614-DA06-4D3E-8155-A3B2253D1BB1}"/>
    <dgm:cxn modelId="{FAE0B80D-0A26-41E6-B694-1332B3185191}" type="presOf" srcId="{87CC5E66-9B0E-4065-8A74-326D12589602}" destId="{2F10FAD4-3086-4A0C-8277-B7622CC8E916}" srcOrd="0" destOrd="0" presId="urn:microsoft.com/office/officeart/2005/8/layout/vList2"/>
    <dgm:cxn modelId="{87766015-57FA-4324-AD37-806EF0206E2B}" type="presOf" srcId="{1C25FCD7-44CE-4C94-9BBA-B05D0EAE49CC}" destId="{12A33613-F914-4D0B-9A98-F6D89F9687AB}" srcOrd="0" destOrd="0" presId="urn:microsoft.com/office/officeart/2005/8/layout/vList2"/>
    <dgm:cxn modelId="{86C3C333-DCF1-4214-8443-EC90C1CCCE7E}" srcId="{E7AAB799-EF9B-419F-AF1F-CEA6EAD26D00}" destId="{099786C5-E5A0-4CA7-9E06-0EB8E485B283}" srcOrd="6" destOrd="0" parTransId="{65BDDA79-5907-445B-AB89-A2B4075A4B09}" sibTransId="{BD0AD798-9929-4804-A283-8547244DDD28}"/>
    <dgm:cxn modelId="{0CA8E634-0635-47B8-83ED-4941A261514C}" type="presOf" srcId="{9AA5AD45-9FE3-4843-BBC9-6DC864E6BC61}" destId="{9B40C6CA-3E9D-4DE7-87CD-C729354DE981}" srcOrd="0" destOrd="0" presId="urn:microsoft.com/office/officeart/2005/8/layout/vList2"/>
    <dgm:cxn modelId="{15B8C236-A3D2-41E5-885D-267753E6ED21}" type="presOf" srcId="{D1B8CA42-DD9A-430B-AC56-9B8623F98B52}" destId="{A2D2E5A6-1393-4C06-98BC-16095B730926}" srcOrd="0" destOrd="0" presId="urn:microsoft.com/office/officeart/2005/8/layout/vList2"/>
    <dgm:cxn modelId="{B074F338-5EE4-494D-8F92-50D359DC5737}" srcId="{E7AAB799-EF9B-419F-AF1F-CEA6EAD26D00}" destId="{601C3FC8-FD86-47C5-BC0C-1DEAEDAE0243}" srcOrd="4" destOrd="0" parTransId="{16C05F18-917D-4EAE-9B0C-CDB8AABDA728}" sibTransId="{FF86A6BB-DC50-4F67-9AA6-85C39388C00F}"/>
    <dgm:cxn modelId="{10C5515C-8CA2-47BC-A344-447A22D9437C}" type="presOf" srcId="{099786C5-E5A0-4CA7-9E06-0EB8E485B283}" destId="{03F98708-7326-4BD0-AB82-AF5C05CA8C27}" srcOrd="0" destOrd="0" presId="urn:microsoft.com/office/officeart/2005/8/layout/vList2"/>
    <dgm:cxn modelId="{5F214E5E-3919-4D9C-AA36-AD53CBE8BC6C}" srcId="{E7AAB799-EF9B-419F-AF1F-CEA6EAD26D00}" destId="{50A94C4C-7EAB-488B-B862-A394B2A19605}" srcOrd="5" destOrd="0" parTransId="{C8680A05-C176-4F1F-88C3-57FC5365A0AB}" sibTransId="{59C14C96-9057-41E3-A55E-9AFA053F4B87}"/>
    <dgm:cxn modelId="{B3F1DC44-E9D7-45D8-9D94-F9B84072E03E}" srcId="{E7AAB799-EF9B-419F-AF1F-CEA6EAD26D00}" destId="{9AA5AD45-9FE3-4843-BBC9-6DC864E6BC61}" srcOrd="0" destOrd="0" parTransId="{CEFEAA03-6FF0-44CB-B767-4BC6467C750E}" sibTransId="{737EE1E1-ABEB-4D3D-B0A0-0D49A79ACC08}"/>
    <dgm:cxn modelId="{4364E864-B126-4CB5-B36D-2D1684025E60}" type="presOf" srcId="{297B5EDE-B98B-4AFA-8D6A-07230B944674}" destId="{6433922D-AB77-4D8D-9EFF-40DFE9156507}" srcOrd="0" destOrd="0" presId="urn:microsoft.com/office/officeart/2005/8/layout/vList2"/>
    <dgm:cxn modelId="{CECB0352-E5A4-4A1A-9B00-9E2DDD4E9E5D}" type="presOf" srcId="{BA46FE61-07D9-4904-AC7C-6B4BF0D7FD96}" destId="{EBA486D6-EB4C-46B4-97B6-77FADBE37DB5}" srcOrd="0" destOrd="0" presId="urn:microsoft.com/office/officeart/2005/8/layout/vList2"/>
    <dgm:cxn modelId="{B2C4AB8E-6B4E-4CBE-95D6-0FFF3F53AF5C}" srcId="{E7AAB799-EF9B-419F-AF1F-CEA6EAD26D00}" destId="{01DAD491-1BC4-4F8C-B671-ACB650B5B07F}" srcOrd="7" destOrd="0" parTransId="{1F36943A-8840-49A3-97A1-F566CC104118}" sibTransId="{188868AA-4A56-4883-9F28-27A146DCE837}"/>
    <dgm:cxn modelId="{FCD2FB8F-A32C-4726-9907-D2937E3F3D00}" type="presOf" srcId="{E7AAB799-EF9B-419F-AF1F-CEA6EAD26D00}" destId="{8A57D5F1-229B-4CE0-A125-B792CBB60E04}" srcOrd="0" destOrd="0" presId="urn:microsoft.com/office/officeart/2005/8/layout/vList2"/>
    <dgm:cxn modelId="{0C9CF3A8-D30D-4D93-90B3-D84D7949DCFC}" srcId="{E7AAB799-EF9B-419F-AF1F-CEA6EAD26D00}" destId="{297B5EDE-B98B-4AFA-8D6A-07230B944674}" srcOrd="1" destOrd="0" parTransId="{490A8D56-A495-4049-BD75-AD885316D4AD}" sibTransId="{1C0B1A72-E10E-4098-91F3-20CEE0E16B8C}"/>
    <dgm:cxn modelId="{C012D5B5-1635-4ABE-AEFF-35902C6AA022}" srcId="{E7AAB799-EF9B-419F-AF1F-CEA6EAD26D00}" destId="{D1B8CA42-DD9A-430B-AC56-9B8623F98B52}" srcOrd="8" destOrd="0" parTransId="{7076CCD1-AA1B-4A6D-982D-BD1593275752}" sibTransId="{B7CEE6DE-23D1-486F-9255-AC896966BA6F}"/>
    <dgm:cxn modelId="{51AE99BF-EBCD-4365-9BBB-01C80C7DDC07}" type="presOf" srcId="{50A94C4C-7EAB-488B-B862-A394B2A19605}" destId="{BC7E1AA7-139E-4A01-BCD7-5117591E367D}" srcOrd="0" destOrd="0" presId="urn:microsoft.com/office/officeart/2005/8/layout/vList2"/>
    <dgm:cxn modelId="{408075E3-85DF-4DAA-ABDD-8352151298B3}" srcId="{E7AAB799-EF9B-419F-AF1F-CEA6EAD26D00}" destId="{BA46FE61-07D9-4904-AC7C-6B4BF0D7FD96}" srcOrd="9" destOrd="0" parTransId="{BE2AF52A-3710-44BF-A493-268AA66423E8}" sibTransId="{3D467C9E-8C60-4F52-9C87-C85254DE5CB2}"/>
    <dgm:cxn modelId="{716223F5-0FEF-41E4-8449-3F2AC1FD2647}" srcId="{E7AAB799-EF9B-419F-AF1F-CEA6EAD26D00}" destId="{1C25FCD7-44CE-4C94-9BBA-B05D0EAE49CC}" srcOrd="3" destOrd="0" parTransId="{C1C50DF8-8E85-428E-A528-25E6FE35C0A3}" sibTransId="{706D396D-2205-4700-807B-195F68B7C3AA}"/>
    <dgm:cxn modelId="{A7F11DF7-3AD5-4D03-94BC-B2FFF587E2E8}" type="presOf" srcId="{601C3FC8-FD86-47C5-BC0C-1DEAEDAE0243}" destId="{BD1128FF-6E87-4799-A6B2-36A7816A53AC}" srcOrd="0" destOrd="0" presId="urn:microsoft.com/office/officeart/2005/8/layout/vList2"/>
    <dgm:cxn modelId="{5D47EBF7-13E8-4443-8687-8A3CC2B4ED94}" type="presOf" srcId="{01DAD491-1BC4-4F8C-B671-ACB650B5B07F}" destId="{7840BAC0-A1D8-40A9-81A0-A1666320A1A7}" srcOrd="0" destOrd="0" presId="urn:microsoft.com/office/officeart/2005/8/layout/vList2"/>
    <dgm:cxn modelId="{C01E3A98-1B70-4916-9CDD-CFE7D2A7E795}" type="presParOf" srcId="{8A57D5F1-229B-4CE0-A125-B792CBB60E04}" destId="{9B40C6CA-3E9D-4DE7-87CD-C729354DE981}" srcOrd="0" destOrd="0" presId="urn:microsoft.com/office/officeart/2005/8/layout/vList2"/>
    <dgm:cxn modelId="{8F8CF88A-9219-4E8B-94A5-DEDA4280CF01}" type="presParOf" srcId="{8A57D5F1-229B-4CE0-A125-B792CBB60E04}" destId="{B4CCC962-BEAB-452C-9B13-87DF5BA619F5}" srcOrd="1" destOrd="0" presId="urn:microsoft.com/office/officeart/2005/8/layout/vList2"/>
    <dgm:cxn modelId="{8B713DBB-96B4-4B2F-B6B2-CA9A248DA888}" type="presParOf" srcId="{8A57D5F1-229B-4CE0-A125-B792CBB60E04}" destId="{6433922D-AB77-4D8D-9EFF-40DFE9156507}" srcOrd="2" destOrd="0" presId="urn:microsoft.com/office/officeart/2005/8/layout/vList2"/>
    <dgm:cxn modelId="{F0554A5A-0932-4DA8-9C1F-DAB13AE383EB}" type="presParOf" srcId="{8A57D5F1-229B-4CE0-A125-B792CBB60E04}" destId="{ED6CA704-9263-4781-A8E8-911465017A70}" srcOrd="3" destOrd="0" presId="urn:microsoft.com/office/officeart/2005/8/layout/vList2"/>
    <dgm:cxn modelId="{A5A07626-FF77-423B-A634-E725783F4372}" type="presParOf" srcId="{8A57D5F1-229B-4CE0-A125-B792CBB60E04}" destId="{2F10FAD4-3086-4A0C-8277-B7622CC8E916}" srcOrd="4" destOrd="0" presId="urn:microsoft.com/office/officeart/2005/8/layout/vList2"/>
    <dgm:cxn modelId="{709E0E8D-8B39-47A5-BBF2-2DD436DD3CFB}" type="presParOf" srcId="{8A57D5F1-229B-4CE0-A125-B792CBB60E04}" destId="{F7E64FCA-5A05-4E78-8090-385526CE74A9}" srcOrd="5" destOrd="0" presId="urn:microsoft.com/office/officeart/2005/8/layout/vList2"/>
    <dgm:cxn modelId="{2499A70C-9223-41AD-AC6F-C8ECA480446C}" type="presParOf" srcId="{8A57D5F1-229B-4CE0-A125-B792CBB60E04}" destId="{12A33613-F914-4D0B-9A98-F6D89F9687AB}" srcOrd="6" destOrd="0" presId="urn:microsoft.com/office/officeart/2005/8/layout/vList2"/>
    <dgm:cxn modelId="{81970498-CCA5-4895-9C12-CC01EF36F7A2}" type="presParOf" srcId="{8A57D5F1-229B-4CE0-A125-B792CBB60E04}" destId="{92AA583F-B13D-43BE-AE74-14F504BD8F65}" srcOrd="7" destOrd="0" presId="urn:microsoft.com/office/officeart/2005/8/layout/vList2"/>
    <dgm:cxn modelId="{81A2D4E0-8BB0-4C98-8C63-AE0C2E25D5FA}" type="presParOf" srcId="{8A57D5F1-229B-4CE0-A125-B792CBB60E04}" destId="{BD1128FF-6E87-4799-A6B2-36A7816A53AC}" srcOrd="8" destOrd="0" presId="urn:microsoft.com/office/officeart/2005/8/layout/vList2"/>
    <dgm:cxn modelId="{E571E767-C0EC-430D-B10B-4356844E5E90}" type="presParOf" srcId="{8A57D5F1-229B-4CE0-A125-B792CBB60E04}" destId="{A5107820-9195-4001-AE8D-7A856463CEF7}" srcOrd="9" destOrd="0" presId="urn:microsoft.com/office/officeart/2005/8/layout/vList2"/>
    <dgm:cxn modelId="{E2C0DF4D-ED97-4778-A670-EC3753B6290E}" type="presParOf" srcId="{8A57D5F1-229B-4CE0-A125-B792CBB60E04}" destId="{BC7E1AA7-139E-4A01-BCD7-5117591E367D}" srcOrd="10" destOrd="0" presId="urn:microsoft.com/office/officeart/2005/8/layout/vList2"/>
    <dgm:cxn modelId="{F1A181F6-1026-4D63-BDDA-64D62D727A17}" type="presParOf" srcId="{8A57D5F1-229B-4CE0-A125-B792CBB60E04}" destId="{DC1B51AB-12DB-43CC-8452-F81376C5C9EF}" srcOrd="11" destOrd="0" presId="urn:microsoft.com/office/officeart/2005/8/layout/vList2"/>
    <dgm:cxn modelId="{E5E88140-70AD-407A-B49B-CD78B93D3981}" type="presParOf" srcId="{8A57D5F1-229B-4CE0-A125-B792CBB60E04}" destId="{03F98708-7326-4BD0-AB82-AF5C05CA8C27}" srcOrd="12" destOrd="0" presId="urn:microsoft.com/office/officeart/2005/8/layout/vList2"/>
    <dgm:cxn modelId="{40F784FE-4814-4A74-A705-4C4C2F9E210C}" type="presParOf" srcId="{8A57D5F1-229B-4CE0-A125-B792CBB60E04}" destId="{C92B3424-4AB5-4654-8FA8-7D424739CF46}" srcOrd="13" destOrd="0" presId="urn:microsoft.com/office/officeart/2005/8/layout/vList2"/>
    <dgm:cxn modelId="{EED0918F-2418-4023-A2E3-EF7514BE527F}" type="presParOf" srcId="{8A57D5F1-229B-4CE0-A125-B792CBB60E04}" destId="{7840BAC0-A1D8-40A9-81A0-A1666320A1A7}" srcOrd="14" destOrd="0" presId="urn:microsoft.com/office/officeart/2005/8/layout/vList2"/>
    <dgm:cxn modelId="{C51509C2-F6F0-447F-ACB0-460B3C5CD1F7}" type="presParOf" srcId="{8A57D5F1-229B-4CE0-A125-B792CBB60E04}" destId="{894569D4-87D9-4FB0-913E-85E9E3F52AE1}" srcOrd="15" destOrd="0" presId="urn:microsoft.com/office/officeart/2005/8/layout/vList2"/>
    <dgm:cxn modelId="{D62E6EBA-0DCA-4093-B31C-0F1C6F5A3C43}" type="presParOf" srcId="{8A57D5F1-229B-4CE0-A125-B792CBB60E04}" destId="{A2D2E5A6-1393-4C06-98BC-16095B730926}" srcOrd="16" destOrd="0" presId="urn:microsoft.com/office/officeart/2005/8/layout/vList2"/>
    <dgm:cxn modelId="{C854AE24-5CDB-4308-8D02-70933BAB9120}" type="presParOf" srcId="{8A57D5F1-229B-4CE0-A125-B792CBB60E04}" destId="{4D090F98-0950-498D-A089-3AC2C8EEFE38}" srcOrd="17" destOrd="0" presId="urn:microsoft.com/office/officeart/2005/8/layout/vList2"/>
    <dgm:cxn modelId="{A6FF5F57-9DBE-4565-8F4B-81341FD75298}" type="presParOf" srcId="{8A57D5F1-229B-4CE0-A125-B792CBB60E04}" destId="{EBA486D6-EB4C-46B4-97B6-77FADBE37DB5}" srcOrd="1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85D348-DD7C-41B9-B901-47903F69DA67}" type="doc">
      <dgm:prSet loTypeId="urn:microsoft.com/office/officeart/2005/8/layout/vList2" loCatId="list" qsTypeId="urn:microsoft.com/office/officeart/2005/8/quickstyle/simple1" qsCatId="simple" csTypeId="urn:microsoft.com/office/officeart/2005/8/colors/accent1_5" csCatId="accent1"/>
      <dgm:spPr/>
      <dgm:t>
        <a:bodyPr/>
        <a:lstStyle/>
        <a:p>
          <a:endParaRPr lang="en-IN"/>
        </a:p>
      </dgm:t>
    </dgm:pt>
    <dgm:pt modelId="{4BDFF0C6-045A-4518-9312-9A1EC938D3EF}">
      <dgm:prSet custT="1"/>
      <dgm:spPr/>
      <dgm:t>
        <a:bodyPr/>
        <a:lstStyle/>
        <a:p>
          <a:pPr algn="ctr"/>
          <a:r>
            <a:rPr lang="en-IN" sz="2000" dirty="0"/>
            <a:t>XML Sitemap</a:t>
          </a:r>
        </a:p>
      </dgm:t>
    </dgm:pt>
    <dgm:pt modelId="{DB0D3512-7FCF-43E4-9252-662032FD2625}" type="parTrans" cxnId="{82B607A7-52C7-411F-BB64-23D3EBBF155C}">
      <dgm:prSet/>
      <dgm:spPr/>
      <dgm:t>
        <a:bodyPr/>
        <a:lstStyle/>
        <a:p>
          <a:endParaRPr lang="en-IN"/>
        </a:p>
      </dgm:t>
    </dgm:pt>
    <dgm:pt modelId="{4BD51EBB-4A16-436D-9D16-0CFB2ED934BB}" type="sibTrans" cxnId="{82B607A7-52C7-411F-BB64-23D3EBBF155C}">
      <dgm:prSet/>
      <dgm:spPr/>
      <dgm:t>
        <a:bodyPr/>
        <a:lstStyle/>
        <a:p>
          <a:endParaRPr lang="en-IN"/>
        </a:p>
      </dgm:t>
    </dgm:pt>
    <dgm:pt modelId="{EAD0C195-A760-4127-9E2B-14DF72AE0AB4}" type="pres">
      <dgm:prSet presAssocID="{B685D348-DD7C-41B9-B901-47903F69DA67}" presName="linear" presStyleCnt="0">
        <dgm:presLayoutVars>
          <dgm:animLvl val="lvl"/>
          <dgm:resizeHandles val="exact"/>
        </dgm:presLayoutVars>
      </dgm:prSet>
      <dgm:spPr/>
    </dgm:pt>
    <dgm:pt modelId="{4B6FA515-BF10-4869-A22F-262A7C95CF86}" type="pres">
      <dgm:prSet presAssocID="{4BDFF0C6-045A-4518-9312-9A1EC938D3EF}" presName="parentText" presStyleLbl="node1" presStyleIdx="0" presStyleCnt="1" custLinFactNeighborX="30481">
        <dgm:presLayoutVars>
          <dgm:chMax val="0"/>
          <dgm:bulletEnabled val="1"/>
        </dgm:presLayoutVars>
      </dgm:prSet>
      <dgm:spPr/>
    </dgm:pt>
  </dgm:ptLst>
  <dgm:cxnLst>
    <dgm:cxn modelId="{3A28305E-E8D7-4A75-B6AF-8240067E6DE3}" type="presOf" srcId="{B685D348-DD7C-41B9-B901-47903F69DA67}" destId="{EAD0C195-A760-4127-9E2B-14DF72AE0AB4}" srcOrd="0" destOrd="0" presId="urn:microsoft.com/office/officeart/2005/8/layout/vList2"/>
    <dgm:cxn modelId="{A0C1E68A-FC0D-43F8-8469-65AA121E8ED4}" type="presOf" srcId="{4BDFF0C6-045A-4518-9312-9A1EC938D3EF}" destId="{4B6FA515-BF10-4869-A22F-262A7C95CF86}" srcOrd="0" destOrd="0" presId="urn:microsoft.com/office/officeart/2005/8/layout/vList2"/>
    <dgm:cxn modelId="{82B607A7-52C7-411F-BB64-23D3EBBF155C}" srcId="{B685D348-DD7C-41B9-B901-47903F69DA67}" destId="{4BDFF0C6-045A-4518-9312-9A1EC938D3EF}" srcOrd="0" destOrd="0" parTransId="{DB0D3512-7FCF-43E4-9252-662032FD2625}" sibTransId="{4BD51EBB-4A16-436D-9D16-0CFB2ED934BB}"/>
    <dgm:cxn modelId="{2A622457-5708-47A4-BE23-3E5CD2717A2B}" type="presParOf" srcId="{EAD0C195-A760-4127-9E2B-14DF72AE0AB4}" destId="{4B6FA515-BF10-4869-A22F-262A7C95CF8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685D348-DD7C-41B9-B901-47903F69DA67}" type="doc">
      <dgm:prSet loTypeId="urn:microsoft.com/office/officeart/2005/8/layout/vList2" loCatId="list" qsTypeId="urn:microsoft.com/office/officeart/2005/8/quickstyle/simple1" qsCatId="simple" csTypeId="urn:microsoft.com/office/officeart/2005/8/colors/accent1_5" csCatId="accent1" phldr="1"/>
      <dgm:spPr/>
      <dgm:t>
        <a:bodyPr/>
        <a:lstStyle/>
        <a:p>
          <a:endParaRPr lang="en-IN"/>
        </a:p>
      </dgm:t>
    </dgm:pt>
    <dgm:pt modelId="{4BDFF0C6-045A-4518-9312-9A1EC938D3EF}">
      <dgm:prSet custT="1"/>
      <dgm:spPr/>
      <dgm:t>
        <a:bodyPr/>
        <a:lstStyle/>
        <a:p>
          <a:pPr algn="ctr"/>
          <a:r>
            <a:rPr lang="en-IN" sz="2000" dirty="0"/>
            <a:t>Robot.txt</a:t>
          </a:r>
        </a:p>
      </dgm:t>
    </dgm:pt>
    <dgm:pt modelId="{DB0D3512-7FCF-43E4-9252-662032FD2625}" type="parTrans" cxnId="{82B607A7-52C7-411F-BB64-23D3EBBF155C}">
      <dgm:prSet/>
      <dgm:spPr/>
      <dgm:t>
        <a:bodyPr/>
        <a:lstStyle/>
        <a:p>
          <a:endParaRPr lang="en-IN"/>
        </a:p>
      </dgm:t>
    </dgm:pt>
    <dgm:pt modelId="{4BD51EBB-4A16-436D-9D16-0CFB2ED934BB}" type="sibTrans" cxnId="{82B607A7-52C7-411F-BB64-23D3EBBF155C}">
      <dgm:prSet/>
      <dgm:spPr/>
      <dgm:t>
        <a:bodyPr/>
        <a:lstStyle/>
        <a:p>
          <a:endParaRPr lang="en-IN"/>
        </a:p>
      </dgm:t>
    </dgm:pt>
    <dgm:pt modelId="{EAD0C195-A760-4127-9E2B-14DF72AE0AB4}" type="pres">
      <dgm:prSet presAssocID="{B685D348-DD7C-41B9-B901-47903F69DA67}" presName="linear" presStyleCnt="0">
        <dgm:presLayoutVars>
          <dgm:animLvl val="lvl"/>
          <dgm:resizeHandles val="exact"/>
        </dgm:presLayoutVars>
      </dgm:prSet>
      <dgm:spPr/>
    </dgm:pt>
    <dgm:pt modelId="{4B6FA515-BF10-4869-A22F-262A7C95CF86}" type="pres">
      <dgm:prSet presAssocID="{4BDFF0C6-045A-4518-9312-9A1EC938D3EF}" presName="parentText" presStyleLbl="node1" presStyleIdx="0" presStyleCnt="1" custLinFactNeighborX="30481">
        <dgm:presLayoutVars>
          <dgm:chMax val="0"/>
          <dgm:bulletEnabled val="1"/>
        </dgm:presLayoutVars>
      </dgm:prSet>
      <dgm:spPr/>
    </dgm:pt>
  </dgm:ptLst>
  <dgm:cxnLst>
    <dgm:cxn modelId="{3A28305E-E8D7-4A75-B6AF-8240067E6DE3}" type="presOf" srcId="{B685D348-DD7C-41B9-B901-47903F69DA67}" destId="{EAD0C195-A760-4127-9E2B-14DF72AE0AB4}" srcOrd="0" destOrd="0" presId="urn:microsoft.com/office/officeart/2005/8/layout/vList2"/>
    <dgm:cxn modelId="{A0C1E68A-FC0D-43F8-8469-65AA121E8ED4}" type="presOf" srcId="{4BDFF0C6-045A-4518-9312-9A1EC938D3EF}" destId="{4B6FA515-BF10-4869-A22F-262A7C95CF86}" srcOrd="0" destOrd="0" presId="urn:microsoft.com/office/officeart/2005/8/layout/vList2"/>
    <dgm:cxn modelId="{82B607A7-52C7-411F-BB64-23D3EBBF155C}" srcId="{B685D348-DD7C-41B9-B901-47903F69DA67}" destId="{4BDFF0C6-045A-4518-9312-9A1EC938D3EF}" srcOrd="0" destOrd="0" parTransId="{DB0D3512-7FCF-43E4-9252-662032FD2625}" sibTransId="{4BD51EBB-4A16-436D-9D16-0CFB2ED934BB}"/>
    <dgm:cxn modelId="{2A622457-5708-47A4-BE23-3E5CD2717A2B}" type="presParOf" srcId="{EAD0C195-A760-4127-9E2B-14DF72AE0AB4}" destId="{4B6FA515-BF10-4869-A22F-262A7C95CF86}"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462AFE-DAB6-474A-B75B-38AC65F7C7F7}">
      <dsp:nvSpPr>
        <dsp:cNvPr id="0" name=""/>
        <dsp:cNvSpPr/>
      </dsp:nvSpPr>
      <dsp:spPr>
        <a:xfrm>
          <a:off x="0" y="4567"/>
          <a:ext cx="4679271"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t>Primary Keywords</a:t>
          </a:r>
        </a:p>
      </dsp:txBody>
      <dsp:txXfrm>
        <a:off x="28100" y="32667"/>
        <a:ext cx="4623071" cy="5194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0C6CA-3E9D-4DE7-87CD-C729354DE981}">
      <dsp:nvSpPr>
        <dsp:cNvPr id="0" name=""/>
        <dsp:cNvSpPr/>
      </dsp:nvSpPr>
      <dsp:spPr>
        <a:xfrm flipH="1">
          <a:off x="170874" y="83206"/>
          <a:ext cx="2616280"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Stylish Backpacks</a:t>
          </a:r>
        </a:p>
      </dsp:txBody>
      <dsp:txXfrm>
        <a:off x="200145" y="112477"/>
        <a:ext cx="2557738" cy="541083"/>
      </dsp:txXfrm>
    </dsp:sp>
    <dsp:sp modelId="{6433922D-AB77-4D8D-9EFF-40DFE9156507}">
      <dsp:nvSpPr>
        <dsp:cNvPr id="0" name=""/>
        <dsp:cNvSpPr/>
      </dsp:nvSpPr>
      <dsp:spPr>
        <a:xfrm>
          <a:off x="3035422" y="86616"/>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Durable School Bags</a:t>
          </a:r>
        </a:p>
      </dsp:txBody>
      <dsp:txXfrm>
        <a:off x="3064693" y="115887"/>
        <a:ext cx="2596417" cy="541083"/>
      </dsp:txXfrm>
    </dsp:sp>
    <dsp:sp modelId="{2F10FAD4-3086-4A0C-8277-B7622CC8E916}">
      <dsp:nvSpPr>
        <dsp:cNvPr id="0" name=""/>
        <dsp:cNvSpPr/>
      </dsp:nvSpPr>
      <dsp:spPr>
        <a:xfrm>
          <a:off x="142753" y="828578"/>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Lightweight Backpacks</a:t>
          </a:r>
        </a:p>
      </dsp:txBody>
      <dsp:txXfrm>
        <a:off x="172024" y="857849"/>
        <a:ext cx="2596417" cy="541083"/>
      </dsp:txXfrm>
    </dsp:sp>
    <dsp:sp modelId="{12A33613-F914-4D0B-9A98-F6D89F9687AB}">
      <dsp:nvSpPr>
        <dsp:cNvPr id="0" name=""/>
        <dsp:cNvSpPr/>
      </dsp:nvSpPr>
      <dsp:spPr>
        <a:xfrm>
          <a:off x="3053388" y="836116"/>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Water-Resistant Backpacks</a:t>
          </a:r>
        </a:p>
      </dsp:txBody>
      <dsp:txXfrm>
        <a:off x="3082659" y="865387"/>
        <a:ext cx="2596417" cy="541083"/>
      </dsp:txXfrm>
    </dsp:sp>
    <dsp:sp modelId="{BD1128FF-6E87-4799-A6B2-36A7816A53AC}">
      <dsp:nvSpPr>
        <dsp:cNvPr id="0" name=""/>
        <dsp:cNvSpPr/>
      </dsp:nvSpPr>
      <dsp:spPr>
        <a:xfrm>
          <a:off x="160316" y="1644161"/>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College Backpacks</a:t>
          </a:r>
        </a:p>
      </dsp:txBody>
      <dsp:txXfrm>
        <a:off x="189587" y="1673432"/>
        <a:ext cx="2596417" cy="541083"/>
      </dsp:txXfrm>
    </dsp:sp>
    <dsp:sp modelId="{BC7E1AA7-139E-4A01-BCD7-5117591E367D}">
      <dsp:nvSpPr>
        <dsp:cNvPr id="0" name=""/>
        <dsp:cNvSpPr/>
      </dsp:nvSpPr>
      <dsp:spPr>
        <a:xfrm>
          <a:off x="3049567" y="1644161"/>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Premium Backpack Brand</a:t>
          </a:r>
        </a:p>
      </dsp:txBody>
      <dsp:txXfrm>
        <a:off x="3078838" y="1673432"/>
        <a:ext cx="2596417" cy="541083"/>
      </dsp:txXfrm>
    </dsp:sp>
    <dsp:sp modelId="{03F98708-7326-4BD0-AB82-AF5C05CA8C27}">
      <dsp:nvSpPr>
        <dsp:cNvPr id="0" name=""/>
        <dsp:cNvSpPr/>
      </dsp:nvSpPr>
      <dsp:spPr>
        <a:xfrm>
          <a:off x="140071" y="2393660"/>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Backpacks</a:t>
          </a:r>
        </a:p>
      </dsp:txBody>
      <dsp:txXfrm>
        <a:off x="169342" y="2422931"/>
        <a:ext cx="2596417" cy="541083"/>
      </dsp:txXfrm>
    </dsp:sp>
    <dsp:sp modelId="{7840BAC0-A1D8-40A9-81A0-A1666320A1A7}">
      <dsp:nvSpPr>
        <dsp:cNvPr id="0" name=""/>
        <dsp:cNvSpPr/>
      </dsp:nvSpPr>
      <dsp:spPr>
        <a:xfrm>
          <a:off x="3031065" y="2400268"/>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dirty="0"/>
            <a:t>School Bags</a:t>
          </a:r>
        </a:p>
      </dsp:txBody>
      <dsp:txXfrm>
        <a:off x="3060336" y="2429539"/>
        <a:ext cx="2596417" cy="541083"/>
      </dsp:txXfrm>
    </dsp:sp>
    <dsp:sp modelId="{A2D2E5A6-1393-4C06-98BC-16095B730926}">
      <dsp:nvSpPr>
        <dsp:cNvPr id="0" name=""/>
        <dsp:cNvSpPr/>
      </dsp:nvSpPr>
      <dsp:spPr>
        <a:xfrm>
          <a:off x="140071" y="3155019"/>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Laptop Bags</a:t>
          </a:r>
        </a:p>
      </dsp:txBody>
      <dsp:txXfrm>
        <a:off x="169342" y="3184290"/>
        <a:ext cx="2596417" cy="541083"/>
      </dsp:txXfrm>
    </dsp:sp>
    <dsp:sp modelId="{EBA486D6-EB4C-46B4-97B6-77FADBE37DB5}">
      <dsp:nvSpPr>
        <dsp:cNvPr id="0" name=""/>
        <dsp:cNvSpPr/>
      </dsp:nvSpPr>
      <dsp:spPr>
        <a:xfrm>
          <a:off x="3042662" y="3152392"/>
          <a:ext cx="2654959" cy="599625"/>
        </a:xfrm>
        <a:prstGeom prst="round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kern="1200"/>
            <a:t>Travel Backpacks</a:t>
          </a:r>
        </a:p>
      </dsp:txBody>
      <dsp:txXfrm>
        <a:off x="3071933" y="3181663"/>
        <a:ext cx="2596417" cy="5410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6FA515-BF10-4869-A22F-262A7C95CF86}">
      <dsp:nvSpPr>
        <dsp:cNvPr id="0" name=""/>
        <dsp:cNvSpPr/>
      </dsp:nvSpPr>
      <dsp:spPr>
        <a:xfrm>
          <a:off x="0" y="144"/>
          <a:ext cx="3796496" cy="451124"/>
        </a:xfrm>
        <a:prstGeom prst="roundRect">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XML Sitemap</a:t>
          </a:r>
        </a:p>
      </dsp:txBody>
      <dsp:txXfrm>
        <a:off x="22022" y="22166"/>
        <a:ext cx="3752452" cy="4070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6FA515-BF10-4869-A22F-262A7C95CF86}">
      <dsp:nvSpPr>
        <dsp:cNvPr id="0" name=""/>
        <dsp:cNvSpPr/>
      </dsp:nvSpPr>
      <dsp:spPr>
        <a:xfrm>
          <a:off x="0" y="144"/>
          <a:ext cx="3796496" cy="451124"/>
        </a:xfrm>
        <a:prstGeom prst="roundRect">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t>Robot.txt</a:t>
          </a:r>
        </a:p>
      </dsp:txBody>
      <dsp:txXfrm>
        <a:off x="22022" y="22166"/>
        <a:ext cx="3752452" cy="4070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464A7F-E0ED-46AA-9438-9F6B0115A91B}"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EFF68-7DD1-4073-82B4-9D25D8DE7575}" type="slidenum">
              <a:rPr lang="en-IN" smtClean="0"/>
              <a:t>‹#›</a:t>
            </a:fld>
            <a:endParaRPr lang="en-IN"/>
          </a:p>
        </p:txBody>
      </p:sp>
    </p:spTree>
    <p:extLst>
      <p:ext uri="{BB962C8B-B14F-4D97-AF65-F5344CB8AC3E}">
        <p14:creationId xmlns:p14="http://schemas.microsoft.com/office/powerpoint/2010/main" val="107347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03EFF68-7DD1-4073-82B4-9D25D8DE7575}" type="slidenum">
              <a:rPr lang="en-IN" smtClean="0"/>
              <a:t>8</a:t>
            </a:fld>
            <a:endParaRPr lang="en-IN"/>
          </a:p>
        </p:txBody>
      </p:sp>
    </p:spTree>
    <p:extLst>
      <p:ext uri="{BB962C8B-B14F-4D97-AF65-F5344CB8AC3E}">
        <p14:creationId xmlns:p14="http://schemas.microsoft.com/office/powerpoint/2010/main" val="2447876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EAC04-6724-AF2B-FE25-AC12375160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E53D29-A315-D65C-35B1-4E537F778B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DAA4D8-A280-69BB-11DE-E98D72E24D39}"/>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5" name="Footer Placeholder 4">
            <a:extLst>
              <a:ext uri="{FF2B5EF4-FFF2-40B4-BE49-F238E27FC236}">
                <a16:creationId xmlns:a16="http://schemas.microsoft.com/office/drawing/2014/main" id="{112FDFA5-44DC-66F9-1D2E-5D764BEEE7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502A40-36A0-DEA5-8DF5-E0463B9C5D41}"/>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1302388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F49F9-D742-5EFD-FCF3-E4CF6ED59A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8F417F-DD4E-E214-493A-61B7433D4D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2FD981-A771-3BF5-0FD9-6A94B53C2198}"/>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5" name="Footer Placeholder 4">
            <a:extLst>
              <a:ext uri="{FF2B5EF4-FFF2-40B4-BE49-F238E27FC236}">
                <a16:creationId xmlns:a16="http://schemas.microsoft.com/office/drawing/2014/main" id="{8ACFE6B5-967B-0C3B-739D-B1AFDE3345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D6831B-7258-B6BA-E2EF-890000E72C67}"/>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1285259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1A665-3065-2402-E211-2CD373558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8812B6-E692-985C-FFD6-3313A58CD8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2A9DFA-A556-3CE0-92E4-BE290D71C8A8}"/>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5" name="Footer Placeholder 4">
            <a:extLst>
              <a:ext uri="{FF2B5EF4-FFF2-40B4-BE49-F238E27FC236}">
                <a16:creationId xmlns:a16="http://schemas.microsoft.com/office/drawing/2014/main" id="{A1336C9B-3D1B-4F8C-5A8B-34EC80158A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302921-7F3A-ED00-268D-1D4869A9D444}"/>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2504751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BD7D-0923-2275-AE2B-724B644215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92C6E7-5840-5482-5F8F-88905FC187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7B6AF7-34C6-311C-02A3-9505AFF37D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405F29-265B-0399-7AD6-6C50A275313F}"/>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6" name="Footer Placeholder 5">
            <a:extLst>
              <a:ext uri="{FF2B5EF4-FFF2-40B4-BE49-F238E27FC236}">
                <a16:creationId xmlns:a16="http://schemas.microsoft.com/office/drawing/2014/main" id="{7BE26BC7-CAD8-E93F-C737-46BA48361B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1381AD-1ECE-8F34-F006-AA822CFC96E0}"/>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360471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A93D3-2BEA-79D7-90D9-F9C813B0AE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C16E48-3B56-241C-FA0A-6FDC209AAF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82D266-4220-661B-0F9B-B947ED2690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F716C2-511C-F75F-6769-0770D730D4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46A5A0-124D-4D48-29A9-A9D9A76F7F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C15A91-1A16-26F1-23C2-9BB05E54319F}"/>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8" name="Footer Placeholder 7">
            <a:extLst>
              <a:ext uri="{FF2B5EF4-FFF2-40B4-BE49-F238E27FC236}">
                <a16:creationId xmlns:a16="http://schemas.microsoft.com/office/drawing/2014/main" id="{2280CF0A-C957-DD09-5A56-B25EAEF1CB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D8026E-8A3D-1832-C712-C240EF92F28C}"/>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3056597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DA94D-8BD0-30E7-492A-34FCC8EF60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656EE5-CF29-C342-AF2D-44A04B53E585}"/>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4" name="Footer Placeholder 3">
            <a:extLst>
              <a:ext uri="{FF2B5EF4-FFF2-40B4-BE49-F238E27FC236}">
                <a16:creationId xmlns:a16="http://schemas.microsoft.com/office/drawing/2014/main" id="{DAC20B50-4FFA-0FCE-AB04-189FAAE560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6FA2D9-E8DD-78ED-917D-D13B17D2FF42}"/>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2506568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D482AE-9CC0-43A3-A2D3-2DF2AF89FB48}"/>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3" name="Footer Placeholder 2">
            <a:extLst>
              <a:ext uri="{FF2B5EF4-FFF2-40B4-BE49-F238E27FC236}">
                <a16:creationId xmlns:a16="http://schemas.microsoft.com/office/drawing/2014/main" id="{74D0B1C6-48B7-215C-CCC1-384A2F897A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D63752-FEA1-A211-AD69-9B48AB8B01C8}"/>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233907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82A0-85D9-F2B1-B1DF-FEA3B262FA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86D75D7-CDA1-2F3B-EBE4-09DF00EBC6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71ED91-C390-BB8B-E88C-545FC320E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E916B-07C4-C337-5043-AE655B03CD6C}"/>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6" name="Footer Placeholder 5">
            <a:extLst>
              <a:ext uri="{FF2B5EF4-FFF2-40B4-BE49-F238E27FC236}">
                <a16:creationId xmlns:a16="http://schemas.microsoft.com/office/drawing/2014/main" id="{A1C90878-9D8D-00BB-3D42-E364706DE5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841A75-2114-1DAB-0B1F-73D88B9FBADF}"/>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1822040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6999-D8A3-9106-E1C6-3CBA99AB3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9250325-E9B0-6C48-228F-1CCB195EC4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53AF45-5B56-55B8-17D6-4979F1FB9B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53E328-D9CF-E2A3-254F-FBFAA3A07630}"/>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6" name="Footer Placeholder 5">
            <a:extLst>
              <a:ext uri="{FF2B5EF4-FFF2-40B4-BE49-F238E27FC236}">
                <a16:creationId xmlns:a16="http://schemas.microsoft.com/office/drawing/2014/main" id="{EC00F9C5-6C8A-0284-DE96-227C0807D3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E8F1C5-4636-8F64-F664-AA1AE2CA0914}"/>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3735709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0E604-4754-9A6D-7F3C-BE82284BBF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CAE6C4-6212-8F6D-A7BD-077B393EE6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6487D4-58E0-9FD1-BDB1-6CB2C274EB00}"/>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5" name="Footer Placeholder 4">
            <a:extLst>
              <a:ext uri="{FF2B5EF4-FFF2-40B4-BE49-F238E27FC236}">
                <a16:creationId xmlns:a16="http://schemas.microsoft.com/office/drawing/2014/main" id="{008AFB70-AA06-D8BE-3DFC-CDE52CD251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166871-EF53-A0AB-37DF-DF5E8444FC56}"/>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325713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F9FD83-74CA-8EF9-CD02-5AB6D8ABD9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89308C-4B8C-6768-B539-633607E6F8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8D872B-7631-2CC0-246F-738E779B0B4A}"/>
              </a:ext>
            </a:extLst>
          </p:cNvPr>
          <p:cNvSpPr>
            <a:spLocks noGrp="1"/>
          </p:cNvSpPr>
          <p:nvPr>
            <p:ph type="dt" sz="half" idx="10"/>
          </p:nvPr>
        </p:nvSpPr>
        <p:spPr/>
        <p:txBody>
          <a:bodyPr/>
          <a:lstStyle/>
          <a:p>
            <a:fld id="{A72DAD15-5AEF-4A49-8B41-6AC69FCE54F9}" type="datetimeFigureOut">
              <a:rPr lang="en-IN" smtClean="0"/>
              <a:t>08-09-2026</a:t>
            </a:fld>
            <a:endParaRPr lang="en-IN"/>
          </a:p>
        </p:txBody>
      </p:sp>
      <p:sp>
        <p:nvSpPr>
          <p:cNvPr id="5" name="Footer Placeholder 4">
            <a:extLst>
              <a:ext uri="{FF2B5EF4-FFF2-40B4-BE49-F238E27FC236}">
                <a16:creationId xmlns:a16="http://schemas.microsoft.com/office/drawing/2014/main" id="{A2756BCF-EC39-7F10-46F7-64E712BAF8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2D74DE-4423-07D2-9C5B-3EE97D5567CF}"/>
              </a:ext>
            </a:extLst>
          </p:cNvPr>
          <p:cNvSpPr>
            <a:spLocks noGrp="1"/>
          </p:cNvSpPr>
          <p:nvPr>
            <p:ph type="sldNum" sz="quarter" idx="12"/>
          </p:nvPr>
        </p:nvSpPr>
        <p:spPr/>
        <p:txBody>
          <a:bodyPr/>
          <a:lstStyle/>
          <a:p>
            <a:fld id="{61397CF7-09AA-421F-8A93-65D8F42F8D03}" type="slidenum">
              <a:rPr lang="en-IN" smtClean="0"/>
              <a:t>‹#›</a:t>
            </a:fld>
            <a:endParaRPr lang="en-IN"/>
          </a:p>
        </p:txBody>
      </p:sp>
    </p:spTree>
    <p:extLst>
      <p:ext uri="{BB962C8B-B14F-4D97-AF65-F5344CB8AC3E}">
        <p14:creationId xmlns:p14="http://schemas.microsoft.com/office/powerpoint/2010/main" val="3218239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58B87A-E841-0A32-8F8E-B4657D48DC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4E38AA-E476-E14B-3F09-867BB3BCA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D53C07-5A0F-ADB9-8750-B33172AAD8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2DAD15-5AEF-4A49-8B41-6AC69FCE54F9}" type="datetimeFigureOut">
              <a:rPr lang="en-IN" smtClean="0"/>
              <a:t>08-09-2026</a:t>
            </a:fld>
            <a:endParaRPr lang="en-IN"/>
          </a:p>
        </p:txBody>
      </p:sp>
      <p:sp>
        <p:nvSpPr>
          <p:cNvPr id="5" name="Footer Placeholder 4">
            <a:extLst>
              <a:ext uri="{FF2B5EF4-FFF2-40B4-BE49-F238E27FC236}">
                <a16:creationId xmlns:a16="http://schemas.microsoft.com/office/drawing/2014/main" id="{6703E565-1428-A953-7B3E-D323010CEA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9843B6-9DA8-DAD0-4FC7-F8F4C9B3B3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397CF7-09AA-421F-8A93-65D8F42F8D03}" type="slidenum">
              <a:rPr lang="en-IN" smtClean="0"/>
              <a:t>‹#›</a:t>
            </a:fld>
            <a:endParaRPr lang="en-IN"/>
          </a:p>
        </p:txBody>
      </p:sp>
    </p:spTree>
    <p:extLst>
      <p:ext uri="{BB962C8B-B14F-4D97-AF65-F5344CB8AC3E}">
        <p14:creationId xmlns:p14="http://schemas.microsoft.com/office/powerpoint/2010/main" val="2380340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dezyneecole.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3.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1269AD9-9AE3-188F-354A-02824FD1EDB3}"/>
              </a:ext>
            </a:extLst>
          </p:cNvPr>
          <p:cNvSpPr txBox="1"/>
          <p:nvPr/>
        </p:nvSpPr>
        <p:spPr>
          <a:xfrm>
            <a:off x="483341" y="2492683"/>
            <a:ext cx="6433128" cy="1446550"/>
          </a:xfrm>
          <a:prstGeom prst="rect">
            <a:avLst/>
          </a:prstGeom>
          <a:noFill/>
        </p:spPr>
        <p:txBody>
          <a:bodyPr wrap="square" rtlCol="0">
            <a:spAutoFit/>
          </a:bodyPr>
          <a:lstStyle/>
          <a:p>
            <a:pPr algn="ctr"/>
            <a:r>
              <a:rPr lang="en-US" sz="4400" b="1" dirty="0"/>
              <a:t>DIGITAL MARKETING ASSIGNMENT </a:t>
            </a:r>
            <a:endParaRPr lang="en-IN" sz="4400" b="1" dirty="0"/>
          </a:p>
        </p:txBody>
      </p:sp>
      <p:sp>
        <p:nvSpPr>
          <p:cNvPr id="5" name="TextBox 4">
            <a:extLst>
              <a:ext uri="{FF2B5EF4-FFF2-40B4-BE49-F238E27FC236}">
                <a16:creationId xmlns:a16="http://schemas.microsoft.com/office/drawing/2014/main" id="{B0D4A5FB-6202-94B1-F112-9011666E773B}"/>
              </a:ext>
            </a:extLst>
          </p:cNvPr>
          <p:cNvSpPr txBox="1"/>
          <p:nvPr/>
        </p:nvSpPr>
        <p:spPr>
          <a:xfrm>
            <a:off x="348895" y="4087873"/>
            <a:ext cx="7200394" cy="461665"/>
          </a:xfrm>
          <a:prstGeom prst="rect">
            <a:avLst/>
          </a:prstGeom>
          <a:noFill/>
        </p:spPr>
        <p:txBody>
          <a:bodyPr wrap="square" rtlCol="0">
            <a:spAutoFit/>
          </a:bodyPr>
          <a:lstStyle/>
          <a:p>
            <a:pPr algn="ctr"/>
            <a:r>
              <a:rPr lang="en-US" sz="2400" b="1" dirty="0"/>
              <a:t>Search Engine Optimization For  Orbit</a:t>
            </a:r>
            <a:endParaRPr lang="en-IN" sz="2400" b="1" dirty="0"/>
          </a:p>
        </p:txBody>
      </p:sp>
      <p:sp>
        <p:nvSpPr>
          <p:cNvPr id="6" name="TextBox 5">
            <a:extLst>
              <a:ext uri="{FF2B5EF4-FFF2-40B4-BE49-F238E27FC236}">
                <a16:creationId xmlns:a16="http://schemas.microsoft.com/office/drawing/2014/main" id="{0FF968A1-A453-7B65-BAFA-907EC700ED2C}"/>
              </a:ext>
            </a:extLst>
          </p:cNvPr>
          <p:cNvSpPr txBox="1"/>
          <p:nvPr/>
        </p:nvSpPr>
        <p:spPr>
          <a:xfrm>
            <a:off x="1701607" y="4679025"/>
            <a:ext cx="4637570" cy="461665"/>
          </a:xfrm>
          <a:prstGeom prst="rect">
            <a:avLst/>
          </a:prstGeom>
          <a:noFill/>
        </p:spPr>
        <p:txBody>
          <a:bodyPr wrap="square" rtlCol="0">
            <a:spAutoFit/>
          </a:bodyPr>
          <a:lstStyle/>
          <a:p>
            <a:pPr algn="ctr"/>
            <a:r>
              <a:rPr lang="en-US" sz="2400" b="1" dirty="0"/>
              <a:t>Submitted :- Bhavesh Khemani</a:t>
            </a:r>
            <a:endParaRPr lang="en-IN" sz="2400" b="1" dirty="0"/>
          </a:p>
        </p:txBody>
      </p:sp>
      <p:sp>
        <p:nvSpPr>
          <p:cNvPr id="7" name="TextBox 6">
            <a:extLst>
              <a:ext uri="{FF2B5EF4-FFF2-40B4-BE49-F238E27FC236}">
                <a16:creationId xmlns:a16="http://schemas.microsoft.com/office/drawing/2014/main" id="{DE1A91DC-C858-8373-EE18-513DDD0A50DC}"/>
              </a:ext>
            </a:extLst>
          </p:cNvPr>
          <p:cNvSpPr txBox="1"/>
          <p:nvPr/>
        </p:nvSpPr>
        <p:spPr>
          <a:xfrm>
            <a:off x="1630307" y="5279169"/>
            <a:ext cx="4637570" cy="461665"/>
          </a:xfrm>
          <a:prstGeom prst="rect">
            <a:avLst/>
          </a:prstGeom>
          <a:noFill/>
        </p:spPr>
        <p:txBody>
          <a:bodyPr wrap="square" rtlCol="0">
            <a:spAutoFit/>
          </a:bodyPr>
          <a:lstStyle/>
          <a:p>
            <a:pPr algn="ctr"/>
            <a:r>
              <a:rPr lang="en-US" sz="2400" b="1" dirty="0"/>
              <a:t>BCA 3</a:t>
            </a:r>
            <a:r>
              <a:rPr lang="en-US" sz="2400" b="1" baseline="30000" dirty="0"/>
              <a:t>rd</a:t>
            </a:r>
            <a:r>
              <a:rPr lang="en-US" sz="2400" b="1" dirty="0"/>
              <a:t> Sem</a:t>
            </a:r>
            <a:endParaRPr lang="en-IN" sz="2400" b="1" dirty="0"/>
          </a:p>
        </p:txBody>
      </p:sp>
      <p:sp>
        <p:nvSpPr>
          <p:cNvPr id="8" name="TextBox 7">
            <a:extLst>
              <a:ext uri="{FF2B5EF4-FFF2-40B4-BE49-F238E27FC236}">
                <a16:creationId xmlns:a16="http://schemas.microsoft.com/office/drawing/2014/main" id="{700E0AA1-EDB9-90C7-2B94-F7C4B13CCB1C}"/>
              </a:ext>
            </a:extLst>
          </p:cNvPr>
          <p:cNvSpPr txBox="1"/>
          <p:nvPr/>
        </p:nvSpPr>
        <p:spPr>
          <a:xfrm>
            <a:off x="1701607" y="5786344"/>
            <a:ext cx="4637570" cy="461665"/>
          </a:xfrm>
          <a:prstGeom prst="rect">
            <a:avLst/>
          </a:prstGeom>
          <a:noFill/>
        </p:spPr>
        <p:txBody>
          <a:bodyPr wrap="square" rtlCol="0">
            <a:spAutoFit/>
          </a:bodyPr>
          <a:lstStyle/>
          <a:p>
            <a:pPr algn="ctr"/>
            <a:r>
              <a:rPr lang="en-US" sz="2400" b="1" dirty="0"/>
              <a:t>Section 2025 - 2028</a:t>
            </a:r>
            <a:endParaRPr lang="en-IN" sz="2400" b="1" dirty="0"/>
          </a:p>
        </p:txBody>
      </p:sp>
      <p:pic>
        <p:nvPicPr>
          <p:cNvPr id="9" name="Picture 8">
            <a:extLst>
              <a:ext uri="{FF2B5EF4-FFF2-40B4-BE49-F238E27FC236}">
                <a16:creationId xmlns:a16="http://schemas.microsoft.com/office/drawing/2014/main" id="{1FDE0BEE-0CFF-F86F-38DC-6F3A9578D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769" y="302815"/>
            <a:ext cx="3263236" cy="2308553"/>
          </a:xfrm>
          <a:prstGeom prst="rect">
            <a:avLst/>
          </a:prstGeom>
        </p:spPr>
      </p:pic>
      <p:cxnSp>
        <p:nvCxnSpPr>
          <p:cNvPr id="11" name="Straight Connector 10">
            <a:extLst>
              <a:ext uri="{FF2B5EF4-FFF2-40B4-BE49-F238E27FC236}">
                <a16:creationId xmlns:a16="http://schemas.microsoft.com/office/drawing/2014/main" id="{C4D9E782-053C-1E4E-CCC8-7AC911AE9445}"/>
              </a:ext>
            </a:extLst>
          </p:cNvPr>
          <p:cNvCxnSpPr>
            <a:cxnSpLocks/>
          </p:cNvCxnSpPr>
          <p:nvPr/>
        </p:nvCxnSpPr>
        <p:spPr>
          <a:xfrm>
            <a:off x="2758440" y="655320"/>
            <a:ext cx="0" cy="153924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34374725-35C5-C0DA-0E02-53D5AAB2F672}"/>
              </a:ext>
            </a:extLst>
          </p:cNvPr>
          <p:cNvCxnSpPr/>
          <p:nvPr/>
        </p:nvCxnSpPr>
        <p:spPr>
          <a:xfrm flipH="1">
            <a:off x="685800" y="3939233"/>
            <a:ext cx="6096000" cy="0"/>
          </a:xfrm>
          <a:prstGeom prst="line">
            <a:avLst/>
          </a:prstGeom>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7ED03595-052C-D923-8C8A-40264219DF1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3438" b="66016" l="34730" r="67188">
                        <a14:foregroundMark x1="67188" y1="57161" x2="34730" y2="66016"/>
                      </a14:backgroundRemoval>
                    </a14:imgEffect>
                  </a14:imgLayer>
                </a14:imgProps>
              </a:ext>
              <a:ext uri="{28A0092B-C50C-407E-A947-70E740481C1C}">
                <a14:useLocalDpi xmlns:a14="http://schemas.microsoft.com/office/drawing/2010/main" val="0"/>
              </a:ext>
            </a:extLst>
          </a:blip>
          <a:srcRect l="31312" t="18434" r="29516" b="30929"/>
          <a:stretch>
            <a:fillRect/>
          </a:stretch>
        </p:blipFill>
        <p:spPr>
          <a:xfrm>
            <a:off x="573682" y="695288"/>
            <a:ext cx="2062093" cy="1453943"/>
          </a:xfrm>
          <a:prstGeom prst="rect">
            <a:avLst/>
          </a:prstGeom>
        </p:spPr>
      </p:pic>
      <p:pic>
        <p:nvPicPr>
          <p:cNvPr id="12" name="Picture 11">
            <a:extLst>
              <a:ext uri="{FF2B5EF4-FFF2-40B4-BE49-F238E27FC236}">
                <a16:creationId xmlns:a16="http://schemas.microsoft.com/office/drawing/2014/main" id="{69B992AF-3A0D-6EDD-52FD-E0A8FA38836F}"/>
              </a:ext>
            </a:extLst>
          </p:cNvPr>
          <p:cNvPicPr>
            <a:picLocks noChangeAspect="1"/>
          </p:cNvPicPr>
          <p:nvPr/>
        </p:nvPicPr>
        <p:blipFill>
          <a:blip r:embed="rId5"/>
          <a:srcRect b="1594"/>
          <a:stretch>
            <a:fillRect/>
          </a:stretch>
        </p:blipFill>
        <p:spPr>
          <a:xfrm rot="21030287">
            <a:off x="6689563" y="-1009376"/>
            <a:ext cx="12192000" cy="5929460"/>
          </a:xfrm>
          <a:prstGeom prst="rect">
            <a:avLst/>
          </a:prstGeom>
          <a:ln>
            <a:noFill/>
          </a:ln>
        </p:spPr>
      </p:pic>
      <p:pic>
        <p:nvPicPr>
          <p:cNvPr id="15" name="Picture 14">
            <a:extLst>
              <a:ext uri="{FF2B5EF4-FFF2-40B4-BE49-F238E27FC236}">
                <a16:creationId xmlns:a16="http://schemas.microsoft.com/office/drawing/2014/main" id="{813BA7F8-234D-D920-A823-BA66231DAFB6}"/>
              </a:ext>
            </a:extLst>
          </p:cNvPr>
          <p:cNvPicPr>
            <a:picLocks noChangeAspect="1"/>
          </p:cNvPicPr>
          <p:nvPr/>
        </p:nvPicPr>
        <p:blipFill>
          <a:blip r:embed="rId6"/>
          <a:stretch>
            <a:fillRect/>
          </a:stretch>
        </p:blipFill>
        <p:spPr>
          <a:xfrm rot="21033921">
            <a:off x="7705950" y="3575412"/>
            <a:ext cx="12192000" cy="5208608"/>
          </a:xfrm>
          <a:prstGeom prst="rect">
            <a:avLst/>
          </a:prstGeom>
        </p:spPr>
      </p:pic>
    </p:spTree>
    <p:extLst>
      <p:ext uri="{BB962C8B-B14F-4D97-AF65-F5344CB8AC3E}">
        <p14:creationId xmlns:p14="http://schemas.microsoft.com/office/powerpoint/2010/main" val="221800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a:extLst>
              <a:ext uri="{FF2B5EF4-FFF2-40B4-BE49-F238E27FC236}">
                <a16:creationId xmlns:a16="http://schemas.microsoft.com/office/drawing/2014/main" id="{2684257E-484A-2541-FB29-841E246BAE28}"/>
              </a:ext>
            </a:extLst>
          </p:cNvPr>
          <p:cNvSpPr>
            <a:spLocks noChangeArrowheads="1"/>
          </p:cNvSpPr>
          <p:nvPr/>
        </p:nvSpPr>
        <p:spPr bwMode="auto">
          <a:xfrm>
            <a:off x="1986670" y="935971"/>
            <a:ext cx="7691120"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2733338" algn="r"/>
              </a:tabLst>
              <a:defRPr>
                <a:solidFill>
                  <a:schemeClr val="tx1"/>
                </a:solidFill>
                <a:latin typeface="Arial" panose="020B0604020202020204" pitchFamily="34" charset="0"/>
              </a:defRPr>
            </a:lvl1pPr>
            <a:lvl2pPr eaLnBrk="0" fontAlgn="base" hangingPunct="0">
              <a:spcBef>
                <a:spcPct val="0"/>
              </a:spcBef>
              <a:spcAft>
                <a:spcPct val="0"/>
              </a:spcAft>
              <a:tabLst>
                <a:tab pos="12733338" algn="r"/>
              </a:tabLst>
              <a:defRPr>
                <a:solidFill>
                  <a:schemeClr val="tx1"/>
                </a:solidFill>
                <a:latin typeface="Arial" panose="020B0604020202020204" pitchFamily="34" charset="0"/>
              </a:defRPr>
            </a:lvl2pPr>
            <a:lvl3pPr eaLnBrk="0" fontAlgn="base" hangingPunct="0">
              <a:spcBef>
                <a:spcPct val="0"/>
              </a:spcBef>
              <a:spcAft>
                <a:spcPct val="0"/>
              </a:spcAft>
              <a:tabLst>
                <a:tab pos="12733338" algn="r"/>
              </a:tabLst>
              <a:defRPr>
                <a:solidFill>
                  <a:schemeClr val="tx1"/>
                </a:solidFill>
                <a:latin typeface="Arial" panose="020B0604020202020204" pitchFamily="34" charset="0"/>
              </a:defRPr>
            </a:lvl3pPr>
            <a:lvl4pPr eaLnBrk="0" fontAlgn="base" hangingPunct="0">
              <a:spcBef>
                <a:spcPct val="0"/>
              </a:spcBef>
              <a:spcAft>
                <a:spcPct val="0"/>
              </a:spcAft>
              <a:tabLst>
                <a:tab pos="12733338" algn="r"/>
              </a:tabLst>
              <a:defRPr>
                <a:solidFill>
                  <a:schemeClr val="tx1"/>
                </a:solidFill>
                <a:latin typeface="Arial" panose="020B0604020202020204" pitchFamily="34" charset="0"/>
              </a:defRPr>
            </a:lvl4pPr>
            <a:lvl5pPr eaLnBrk="0" fontAlgn="base" hangingPunct="0">
              <a:spcBef>
                <a:spcPct val="0"/>
              </a:spcBef>
              <a:spcAft>
                <a:spcPct val="0"/>
              </a:spcAft>
              <a:tabLst>
                <a:tab pos="12733338" algn="r"/>
              </a:tabLst>
              <a:defRPr>
                <a:solidFill>
                  <a:schemeClr val="tx1"/>
                </a:solidFill>
                <a:latin typeface="Arial" panose="020B0604020202020204" pitchFamily="34" charset="0"/>
              </a:defRPr>
            </a:lvl5pPr>
            <a:lvl6pPr eaLnBrk="0" fontAlgn="base" hangingPunct="0">
              <a:spcBef>
                <a:spcPct val="0"/>
              </a:spcBef>
              <a:spcAft>
                <a:spcPct val="0"/>
              </a:spcAft>
              <a:tabLst>
                <a:tab pos="12733338" algn="r"/>
              </a:tabLst>
              <a:defRPr>
                <a:solidFill>
                  <a:schemeClr val="tx1"/>
                </a:solidFill>
                <a:latin typeface="Arial" panose="020B0604020202020204" pitchFamily="34" charset="0"/>
              </a:defRPr>
            </a:lvl6pPr>
            <a:lvl7pPr eaLnBrk="0" fontAlgn="base" hangingPunct="0">
              <a:spcBef>
                <a:spcPct val="0"/>
              </a:spcBef>
              <a:spcAft>
                <a:spcPct val="0"/>
              </a:spcAft>
              <a:tabLst>
                <a:tab pos="12733338" algn="r"/>
              </a:tabLst>
              <a:defRPr>
                <a:solidFill>
                  <a:schemeClr val="tx1"/>
                </a:solidFill>
                <a:latin typeface="Arial" panose="020B0604020202020204" pitchFamily="34" charset="0"/>
              </a:defRPr>
            </a:lvl7pPr>
            <a:lvl8pPr eaLnBrk="0" fontAlgn="base" hangingPunct="0">
              <a:spcBef>
                <a:spcPct val="0"/>
              </a:spcBef>
              <a:spcAft>
                <a:spcPct val="0"/>
              </a:spcAft>
              <a:tabLst>
                <a:tab pos="12733338" algn="r"/>
              </a:tabLst>
              <a:defRPr>
                <a:solidFill>
                  <a:schemeClr val="tx1"/>
                </a:solidFill>
                <a:latin typeface="Arial" panose="020B0604020202020204" pitchFamily="34" charset="0"/>
              </a:defRPr>
            </a:lvl8pPr>
            <a:lvl9pPr eaLnBrk="0" fontAlgn="base" hangingPunct="0">
              <a:spcBef>
                <a:spcPct val="0"/>
              </a:spcBef>
              <a:spcAft>
                <a:spcPct val="0"/>
              </a:spcAft>
              <a:tabLst>
                <a:tab pos="12733338"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Assignment Folio of</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Digital Marketing</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Submitted to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0" i="0" u="none" strike="noStrike" cap="none" normalizeH="0" baseline="0" dirty="0" err="1">
                <a:ln>
                  <a:noFill/>
                </a:ln>
                <a:solidFill>
                  <a:srgbClr val="000000"/>
                </a:solidFill>
                <a:effectLst/>
                <a:latin typeface="Arial" panose="020B0604020202020204" pitchFamily="34" charset="0"/>
                <a:ea typeface="Calibri" panose="020F0502020204030204" pitchFamily="34" charset="0"/>
              </a:rPr>
              <a:t>Dezyne</a:t>
            </a: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École College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Toward Digital Marketing</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1" i="0" u="none" strike="noStrike" cap="none" normalizeH="0" baseline="0" dirty="0">
                <a:ln>
                  <a:noFill/>
                </a:ln>
                <a:solidFill>
                  <a:srgbClr val="000000"/>
                </a:solidFill>
                <a:effectLst/>
                <a:latin typeface="Arial" panose="020B0604020202020204" pitchFamily="34" charset="0"/>
                <a:ea typeface="Calibri" panose="020F0502020204030204" pitchFamily="34" charset="0"/>
              </a:rPr>
              <a:t>By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B</a:t>
            </a:r>
            <a:r>
              <a:rPr lang="en-US" altLang="en-US" sz="1600" dirty="0">
                <a:solidFill>
                  <a:srgbClr val="000000"/>
                </a:solidFill>
                <a:ea typeface="Calibri" panose="020F0502020204030204" pitchFamily="34" charset="0"/>
              </a:rPr>
              <a:t>CA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lang="en-US" altLang="en-US" sz="1600" dirty="0">
                <a:solidFill>
                  <a:srgbClr val="000000"/>
                </a:solidFill>
                <a:ea typeface="Calibri" panose="020F0502020204030204" pitchFamily="34" charset="0"/>
              </a:rPr>
              <a:t>3</a:t>
            </a:r>
            <a:r>
              <a:rPr lang="en-US" altLang="en-US" sz="1600" baseline="30000" dirty="0">
                <a:solidFill>
                  <a:srgbClr val="000000"/>
                </a:solidFill>
                <a:ea typeface="Calibri" panose="020F0502020204030204" pitchFamily="34" charset="0"/>
              </a:rPr>
              <a:t>rd</a:t>
            </a:r>
            <a:r>
              <a:rPr lang="en-US" altLang="en-US" sz="1600" dirty="0">
                <a:solidFill>
                  <a:srgbClr val="000000"/>
                </a:solidFill>
                <a:ea typeface="Calibri" panose="020F0502020204030204" pitchFamily="34" charset="0"/>
              </a:rPr>
              <a:t> </a:t>
            </a: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Semester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tab pos="12733338" algn="r"/>
              </a:tabLst>
            </a:pPr>
            <a:r>
              <a:rPr kumimoji="0" lang="en-US" altLang="en-US" sz="1600" b="0" i="0" u="none" strike="noStrike" cap="none" normalizeH="0" baseline="0" dirty="0">
                <a:ln>
                  <a:noFill/>
                </a:ln>
                <a:solidFill>
                  <a:schemeClr val="tx1"/>
                </a:solidFill>
                <a:effectLst/>
                <a:latin typeface="Arial" panose="020B0604020202020204" pitchFamily="34" charset="0"/>
              </a:rPr>
              <a:t>Bhavesh Khemani</a:t>
            </a:r>
          </a:p>
          <a:p>
            <a:pPr marL="0" marR="0" lvl="0" indent="0" algn="ctr" defTabSz="914400" rtl="0" eaLnBrk="0" fontAlgn="base" latinLnBrk="0" hangingPunct="0">
              <a:lnSpc>
                <a:spcPct val="100000"/>
              </a:lnSpc>
              <a:spcBef>
                <a:spcPct val="0"/>
              </a:spcBef>
              <a:spcAft>
                <a:spcPct val="0"/>
              </a:spcAft>
              <a:buClrTx/>
              <a:buSzTx/>
              <a:buFontTx/>
              <a:buNone/>
              <a:tabLst>
                <a:tab pos="12733338" algn="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9">
            <a:extLst>
              <a:ext uri="{FF2B5EF4-FFF2-40B4-BE49-F238E27FC236}">
                <a16:creationId xmlns:a16="http://schemas.microsoft.com/office/drawing/2014/main" id="{91853B2F-7BBC-CE6B-BF6E-BEBD69F53929}"/>
              </a:ext>
            </a:extLst>
          </p:cNvPr>
          <p:cNvSpPr>
            <a:spLocks noChangeArrowheads="1"/>
          </p:cNvSpPr>
          <p:nvPr/>
        </p:nvSpPr>
        <p:spPr bwMode="auto">
          <a:xfrm>
            <a:off x="3387967" y="5491142"/>
            <a:ext cx="4888523"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Arial" panose="020B0604020202020204" pitchFamily="34" charset="0"/>
                <a:ea typeface="Calibri" panose="020F0502020204030204" pitchFamily="34" charset="0"/>
              </a:rPr>
              <a:t>Dezyne</a:t>
            </a: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École College </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106/10, Civil Lines, Ajmer</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r>
              <a:rPr kumimoji="0" lang="en-US" altLang="en-US" sz="1600" b="0" i="0" u="none" strike="noStrike" cap="none" normalizeH="0" baseline="0" dirty="0">
                <a:ln>
                  <a:noFill/>
                </a:ln>
                <a:solidFill>
                  <a:srgbClr val="0563C1"/>
                </a:solidFill>
                <a:effectLst/>
                <a:latin typeface="Arial" panose="020B0604020202020204" pitchFamily="34" charset="0"/>
                <a:ea typeface="Calibri" panose="020F0502020204030204" pitchFamily="34" charset="0"/>
                <a:hlinkClick r:id="rId2"/>
              </a:rPr>
              <a:t>www.dezyneecole.com</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cxnSp>
        <p:nvCxnSpPr>
          <p:cNvPr id="6" name="Straight Connector 5">
            <a:extLst>
              <a:ext uri="{FF2B5EF4-FFF2-40B4-BE49-F238E27FC236}">
                <a16:creationId xmlns:a16="http://schemas.microsoft.com/office/drawing/2014/main" id="{F06AF001-F7E2-E591-54B5-1BE2C8B9E39F}"/>
              </a:ext>
            </a:extLst>
          </p:cNvPr>
          <p:cNvCxnSpPr>
            <a:cxnSpLocks/>
          </p:cNvCxnSpPr>
          <p:nvPr/>
        </p:nvCxnSpPr>
        <p:spPr>
          <a:xfrm>
            <a:off x="294968" y="611883"/>
            <a:ext cx="11415251"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43B9B8F6-5DAC-A58A-6A0F-FFBD668ED5D4}"/>
              </a:ext>
            </a:extLst>
          </p:cNvPr>
          <p:cNvSpPr txBox="1"/>
          <p:nvPr/>
        </p:nvSpPr>
        <p:spPr>
          <a:xfrm>
            <a:off x="9122800" y="136791"/>
            <a:ext cx="2813539" cy="375552"/>
          </a:xfrm>
          <a:prstGeom prst="rect">
            <a:avLst/>
          </a:prstGeom>
          <a:noFill/>
        </p:spPr>
        <p:txBody>
          <a:bodyPr wrap="square" rtlCol="0">
            <a:spAutoFit/>
          </a:bodyPr>
          <a:lstStyle/>
          <a:p>
            <a:pPr lvl="0" algn="ctr" eaLnBrk="0" fontAlgn="base" hangingPunct="0">
              <a:lnSpc>
                <a:spcPct val="150000"/>
              </a:lnSpc>
              <a:spcBef>
                <a:spcPct val="0"/>
              </a:spcBef>
              <a:spcAft>
                <a:spcPct val="0"/>
              </a:spcAft>
              <a:tabLst>
                <a:tab pos="12733338" algn="r"/>
              </a:tabLst>
            </a:pPr>
            <a:r>
              <a:rPr lang="en-US" altLang="en-US" sz="1400" b="1" dirty="0">
                <a:solidFill>
                  <a:srgbClr val="000000"/>
                </a:solidFill>
                <a:latin typeface="Arial" panose="020B0604020202020204" pitchFamily="34" charset="0"/>
                <a:ea typeface="Calibri" panose="020F0502020204030204" pitchFamily="34" charset="0"/>
              </a:rPr>
              <a:t>Assignment Report</a:t>
            </a:r>
            <a:endParaRPr lang="en-US" altLang="en-US" sz="1400" dirty="0">
              <a:latin typeface="Arial" panose="020B0604020202020204" pitchFamily="34" charset="0"/>
            </a:endParaRPr>
          </a:p>
        </p:txBody>
      </p:sp>
      <p:sp>
        <p:nvSpPr>
          <p:cNvPr id="8" name="TextBox 7">
            <a:extLst>
              <a:ext uri="{FF2B5EF4-FFF2-40B4-BE49-F238E27FC236}">
                <a16:creationId xmlns:a16="http://schemas.microsoft.com/office/drawing/2014/main" id="{BF137EB4-1879-5186-AB3D-F90D40D28E5C}"/>
              </a:ext>
            </a:extLst>
          </p:cNvPr>
          <p:cNvSpPr txBox="1"/>
          <p:nvPr/>
        </p:nvSpPr>
        <p:spPr>
          <a:xfrm>
            <a:off x="187569" y="205438"/>
            <a:ext cx="2813539" cy="307777"/>
          </a:xfrm>
          <a:prstGeom prst="rect">
            <a:avLst/>
          </a:prstGeom>
          <a:noFill/>
        </p:spPr>
        <p:txBody>
          <a:bodyPr wrap="square" rtlCol="0">
            <a:spAutoFit/>
          </a:bodyPr>
          <a:lstStyle/>
          <a:p>
            <a:r>
              <a:rPr lang="en-US" altLang="en-US" sz="1400" b="1" dirty="0">
                <a:solidFill>
                  <a:srgbClr val="2F5597"/>
                </a:solidFill>
                <a:latin typeface="Arial" panose="020B0604020202020204" pitchFamily="34" charset="0"/>
                <a:ea typeface="Calibri" panose="020F0502020204030204" pitchFamily="34" charset="0"/>
              </a:rPr>
              <a:t>Digital Marketing</a:t>
            </a:r>
            <a:endParaRPr lang="en-IN" sz="1400" dirty="0"/>
          </a:p>
        </p:txBody>
      </p:sp>
      <p:sp>
        <p:nvSpPr>
          <p:cNvPr id="9" name="TextBox 8">
            <a:extLst>
              <a:ext uri="{FF2B5EF4-FFF2-40B4-BE49-F238E27FC236}">
                <a16:creationId xmlns:a16="http://schemas.microsoft.com/office/drawing/2014/main" id="{049EAD3D-063C-24AA-7BED-A9769B572D13}"/>
              </a:ext>
            </a:extLst>
          </p:cNvPr>
          <p:cNvSpPr txBox="1"/>
          <p:nvPr/>
        </p:nvSpPr>
        <p:spPr>
          <a:xfrm>
            <a:off x="187568" y="674361"/>
            <a:ext cx="2813539" cy="523220"/>
          </a:xfrm>
          <a:prstGeom prst="rect">
            <a:avLst/>
          </a:prstGeom>
          <a:noFill/>
        </p:spPr>
        <p:txBody>
          <a:bodyPr wrap="square" rtlCol="0">
            <a:spAutoFit/>
          </a:bodyPr>
          <a:lstStyle/>
          <a:p>
            <a:r>
              <a:rPr lang="en-US" altLang="en-US" sz="1400" b="1" dirty="0">
                <a:solidFill>
                  <a:srgbClr val="000000"/>
                </a:solidFill>
                <a:latin typeface="Arial" panose="020B0604020202020204" pitchFamily="34" charset="0"/>
                <a:ea typeface="Calibri" panose="020F0502020204030204" pitchFamily="34" charset="0"/>
              </a:rPr>
              <a:t>ASSIGNMENT FOLIO</a:t>
            </a:r>
            <a:endParaRPr lang="en-US" altLang="en-US" sz="1400" dirty="0">
              <a:latin typeface="Arial" panose="020B0604020202020204" pitchFamily="34" charset="0"/>
            </a:endParaRPr>
          </a:p>
          <a:p>
            <a:endParaRPr lang="en-IN" sz="1400" dirty="0"/>
          </a:p>
        </p:txBody>
      </p:sp>
      <p:sp>
        <p:nvSpPr>
          <p:cNvPr id="10" name="TextBox 9">
            <a:extLst>
              <a:ext uri="{FF2B5EF4-FFF2-40B4-BE49-F238E27FC236}">
                <a16:creationId xmlns:a16="http://schemas.microsoft.com/office/drawing/2014/main" id="{72D70EF3-42BA-0070-75DF-87483AAC7715}"/>
              </a:ext>
            </a:extLst>
          </p:cNvPr>
          <p:cNvSpPr txBox="1"/>
          <p:nvPr/>
        </p:nvSpPr>
        <p:spPr>
          <a:xfrm>
            <a:off x="5003560" y="4446067"/>
            <a:ext cx="1657339" cy="953063"/>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txBody>
          <a:bodyPr wrap="square" rtlCol="0">
            <a:spAutoFit/>
          </a:bodyPr>
          <a:lstStyle/>
          <a:p>
            <a:endParaRPr lang="en-IN" dirty="0"/>
          </a:p>
        </p:txBody>
      </p:sp>
      <p:cxnSp>
        <p:nvCxnSpPr>
          <p:cNvPr id="11" name="Straight Connector 10">
            <a:extLst>
              <a:ext uri="{FF2B5EF4-FFF2-40B4-BE49-F238E27FC236}">
                <a16:creationId xmlns:a16="http://schemas.microsoft.com/office/drawing/2014/main" id="{62BEBA81-2B63-B97E-865B-30D0B3A5A949}"/>
              </a:ext>
            </a:extLst>
          </p:cNvPr>
          <p:cNvCxnSpPr>
            <a:cxnSpLocks/>
          </p:cNvCxnSpPr>
          <p:nvPr/>
        </p:nvCxnSpPr>
        <p:spPr>
          <a:xfrm>
            <a:off x="388374" y="6525986"/>
            <a:ext cx="11415251"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49232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84F2701-30F3-03DE-EB92-182591EE6E11}"/>
              </a:ext>
            </a:extLst>
          </p:cNvPr>
          <p:cNvCxnSpPr>
            <a:cxnSpLocks/>
          </p:cNvCxnSpPr>
          <p:nvPr/>
        </p:nvCxnSpPr>
        <p:spPr>
          <a:xfrm>
            <a:off x="658761" y="642700"/>
            <a:ext cx="10648336"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4DCA8488-1FCC-16F7-CF28-E0EDB8145179}"/>
              </a:ext>
            </a:extLst>
          </p:cNvPr>
          <p:cNvSpPr txBox="1"/>
          <p:nvPr/>
        </p:nvSpPr>
        <p:spPr>
          <a:xfrm>
            <a:off x="9900327" y="236255"/>
            <a:ext cx="2813539" cy="307777"/>
          </a:xfrm>
          <a:prstGeom prst="rect">
            <a:avLst/>
          </a:prstGeom>
          <a:noFill/>
        </p:spPr>
        <p:txBody>
          <a:bodyPr wrap="square" rtlCol="0">
            <a:spAutoFit/>
          </a:bodyPr>
          <a:lstStyle/>
          <a:p>
            <a:r>
              <a:rPr lang="en-IN" sz="1400" b="1" dirty="0"/>
              <a:t>Acknowledgement</a:t>
            </a:r>
          </a:p>
        </p:txBody>
      </p:sp>
      <p:sp>
        <p:nvSpPr>
          <p:cNvPr id="6" name="TextBox 5">
            <a:extLst>
              <a:ext uri="{FF2B5EF4-FFF2-40B4-BE49-F238E27FC236}">
                <a16:creationId xmlns:a16="http://schemas.microsoft.com/office/drawing/2014/main" id="{5370F267-A753-BDB2-F428-A78838618F3B}"/>
              </a:ext>
            </a:extLst>
          </p:cNvPr>
          <p:cNvSpPr txBox="1"/>
          <p:nvPr/>
        </p:nvSpPr>
        <p:spPr>
          <a:xfrm>
            <a:off x="462872" y="236255"/>
            <a:ext cx="2813539" cy="307777"/>
          </a:xfrm>
          <a:prstGeom prst="rect">
            <a:avLst/>
          </a:prstGeom>
          <a:noFill/>
        </p:spPr>
        <p:txBody>
          <a:bodyPr wrap="square" rtlCol="0">
            <a:spAutoFit/>
          </a:bodyPr>
          <a:lstStyle/>
          <a:p>
            <a:r>
              <a:rPr lang="en-US" altLang="en-US" sz="1400" b="1" dirty="0">
                <a:solidFill>
                  <a:srgbClr val="2F5597"/>
                </a:solidFill>
                <a:latin typeface="Arial" panose="020B0604020202020204" pitchFamily="34" charset="0"/>
                <a:ea typeface="Calibri" panose="020F0502020204030204" pitchFamily="34" charset="0"/>
              </a:rPr>
              <a:t>Digital Marketing</a:t>
            </a:r>
            <a:endParaRPr lang="en-IN" sz="1400" dirty="0"/>
          </a:p>
        </p:txBody>
      </p:sp>
      <p:sp>
        <p:nvSpPr>
          <p:cNvPr id="7" name="TextBox 6">
            <a:extLst>
              <a:ext uri="{FF2B5EF4-FFF2-40B4-BE49-F238E27FC236}">
                <a16:creationId xmlns:a16="http://schemas.microsoft.com/office/drawing/2014/main" id="{33413319-D627-ECB4-8903-FFB51F9C1B2E}"/>
              </a:ext>
            </a:extLst>
          </p:cNvPr>
          <p:cNvSpPr txBox="1"/>
          <p:nvPr/>
        </p:nvSpPr>
        <p:spPr>
          <a:xfrm>
            <a:off x="462871" y="705178"/>
            <a:ext cx="2813539" cy="523220"/>
          </a:xfrm>
          <a:prstGeom prst="rect">
            <a:avLst/>
          </a:prstGeom>
          <a:noFill/>
        </p:spPr>
        <p:txBody>
          <a:bodyPr wrap="square" rtlCol="0">
            <a:spAutoFit/>
          </a:bodyPr>
          <a:lstStyle/>
          <a:p>
            <a:r>
              <a:rPr lang="en-US" altLang="en-US" sz="1400" b="1" dirty="0">
                <a:solidFill>
                  <a:srgbClr val="000000"/>
                </a:solidFill>
                <a:latin typeface="Arial" panose="020B0604020202020204" pitchFamily="34" charset="0"/>
                <a:ea typeface="Calibri" panose="020F0502020204030204" pitchFamily="34" charset="0"/>
              </a:rPr>
              <a:t>ASSIGNMENT FOLIO</a:t>
            </a:r>
            <a:endParaRPr lang="en-US" altLang="en-US" sz="1400" dirty="0">
              <a:latin typeface="Arial" panose="020B0604020202020204" pitchFamily="34" charset="0"/>
            </a:endParaRPr>
          </a:p>
          <a:p>
            <a:endParaRPr lang="en-IN" sz="1400" dirty="0"/>
          </a:p>
        </p:txBody>
      </p:sp>
      <p:sp>
        <p:nvSpPr>
          <p:cNvPr id="8" name="TextBox 7">
            <a:extLst>
              <a:ext uri="{FF2B5EF4-FFF2-40B4-BE49-F238E27FC236}">
                <a16:creationId xmlns:a16="http://schemas.microsoft.com/office/drawing/2014/main" id="{B65D9ACD-16E6-0109-F80F-3A63E988F966}"/>
              </a:ext>
            </a:extLst>
          </p:cNvPr>
          <p:cNvSpPr txBox="1"/>
          <p:nvPr/>
        </p:nvSpPr>
        <p:spPr>
          <a:xfrm>
            <a:off x="462871" y="1228398"/>
            <a:ext cx="10991709" cy="4770537"/>
          </a:xfrm>
          <a:prstGeom prst="rect">
            <a:avLst/>
          </a:prstGeom>
          <a:noFill/>
        </p:spPr>
        <p:txBody>
          <a:bodyPr wrap="square" rtlCol="0">
            <a:spAutoFit/>
          </a:bodyPr>
          <a:lstStyle/>
          <a:p>
            <a:r>
              <a:rPr lang="en-IN" sz="1600" dirty="0">
                <a:latin typeface="Calibri" panose="020F0502020204030204" pitchFamily="34" charset="0"/>
                <a:ea typeface="Calibri" panose="020F0502020204030204" pitchFamily="34" charset="0"/>
                <a:cs typeface="Calibri" panose="020F0502020204030204" pitchFamily="34" charset="0"/>
              </a:rPr>
              <a:t>We take this opportunity to express our sincere gratitude to </a:t>
            </a:r>
            <a:r>
              <a:rPr lang="en-IN" sz="1600" dirty="0" err="1">
                <a:latin typeface="Calibri" panose="020F0502020204030204" pitchFamily="34" charset="0"/>
                <a:ea typeface="Calibri" panose="020F0502020204030204" pitchFamily="34" charset="0"/>
                <a:cs typeface="Calibri" panose="020F0502020204030204" pitchFamily="34" charset="0"/>
              </a:rPr>
              <a:t>Dezyne</a:t>
            </a:r>
            <a:r>
              <a:rPr lang="en-IN" sz="1600" dirty="0">
                <a:latin typeface="Calibri" panose="020F0502020204030204" pitchFamily="34" charset="0"/>
                <a:ea typeface="Calibri" panose="020F0502020204030204" pitchFamily="34" charset="0"/>
                <a:cs typeface="Calibri" panose="020F0502020204030204" pitchFamily="34" charset="0"/>
              </a:rPr>
              <a:t> École College for providing us with the knowledge, resources, and guidance essential to the successful completion of this project. </a:t>
            </a:r>
            <a:br>
              <a:rPr lang="en-IN" sz="1600" dirty="0">
                <a:latin typeface="Calibri" panose="020F0502020204030204" pitchFamily="34" charset="0"/>
                <a:ea typeface="Calibri" panose="020F0502020204030204" pitchFamily="34" charset="0"/>
                <a:cs typeface="Calibri" panose="020F0502020204030204" pitchFamily="34" charset="0"/>
              </a:rPr>
            </a:br>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dirty="0">
                <a:latin typeface="Calibri" panose="020F0502020204030204" pitchFamily="34" charset="0"/>
                <a:ea typeface="Calibri" panose="020F0502020204030204" pitchFamily="34" charset="0"/>
                <a:cs typeface="Calibri" panose="020F0502020204030204" pitchFamily="34" charset="0"/>
              </a:rPr>
              <a:t>Our deepest thanks to our respected Principal, Dr. Vinita Mathur, for her visionary leadership and continuous encouragement. Her commitment to academic excellence and student growth has been a constant source of motivation and pride. </a:t>
            </a:r>
            <a:br>
              <a:rPr lang="en-IN" sz="1600" dirty="0">
                <a:latin typeface="Calibri" panose="020F0502020204030204" pitchFamily="34" charset="0"/>
                <a:ea typeface="Calibri" panose="020F0502020204030204" pitchFamily="34" charset="0"/>
                <a:cs typeface="Calibri" panose="020F0502020204030204" pitchFamily="34" charset="0"/>
              </a:rPr>
            </a:br>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dirty="0">
                <a:latin typeface="Calibri" panose="020F0502020204030204" pitchFamily="34" charset="0"/>
                <a:ea typeface="Calibri" panose="020F0502020204030204" pitchFamily="34" charset="0"/>
                <a:cs typeface="Calibri" panose="020F0502020204030204" pitchFamily="34" charset="0"/>
              </a:rPr>
              <a:t>We are equally thankful to all our faculty members for their consistent support, expert advice, and valuable insights that shaped our learning and helped us achieve this milestone. </a:t>
            </a:r>
            <a:br>
              <a:rPr lang="en-IN" sz="1600" dirty="0">
                <a:latin typeface="Calibri" panose="020F0502020204030204" pitchFamily="34" charset="0"/>
                <a:ea typeface="Calibri" panose="020F0502020204030204" pitchFamily="34" charset="0"/>
                <a:cs typeface="Calibri" panose="020F0502020204030204" pitchFamily="34" charset="0"/>
              </a:rPr>
            </a:br>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dirty="0">
                <a:latin typeface="Calibri" panose="020F0502020204030204" pitchFamily="34" charset="0"/>
                <a:ea typeface="Calibri" panose="020F0502020204030204" pitchFamily="34" charset="0"/>
                <a:cs typeface="Calibri" panose="020F0502020204030204" pitchFamily="34" charset="0"/>
              </a:rPr>
              <a:t>Lastly, we extend heartfelt thanks to everyone who directly or indirectly contributed to the success of this project.</a:t>
            </a:r>
          </a:p>
          <a:p>
            <a:r>
              <a:rPr lang="en-IN" sz="1600" dirty="0">
                <a:latin typeface="Calibri" panose="020F0502020204030204" pitchFamily="34" charset="0"/>
                <a:ea typeface="Calibri" panose="020F0502020204030204" pitchFamily="34" charset="0"/>
                <a:cs typeface="Calibri" panose="020F0502020204030204" pitchFamily="34" charset="0"/>
              </a:rPr>
              <a:t>We are proud to be part of </a:t>
            </a:r>
            <a:r>
              <a:rPr lang="en-IN" sz="1600" dirty="0" err="1">
                <a:latin typeface="Calibri" panose="020F0502020204030204" pitchFamily="34" charset="0"/>
                <a:ea typeface="Calibri" panose="020F0502020204030204" pitchFamily="34" charset="0"/>
                <a:cs typeface="Calibri" panose="020F0502020204030204" pitchFamily="34" charset="0"/>
              </a:rPr>
              <a:t>Dezyne</a:t>
            </a:r>
            <a:r>
              <a:rPr lang="en-IN" sz="1600" dirty="0">
                <a:latin typeface="Calibri" panose="020F0502020204030204" pitchFamily="34" charset="0"/>
                <a:ea typeface="Calibri" panose="020F0502020204030204" pitchFamily="34" charset="0"/>
                <a:cs typeface="Calibri" panose="020F0502020204030204" pitchFamily="34" charset="0"/>
              </a:rPr>
              <a:t> École College, an institution that truly nurtures professionalism, innovation, and purpose.</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With sincere appreciation,</a:t>
            </a:r>
          </a:p>
          <a:p>
            <a:pPr>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Bhavesh Khemani</a:t>
            </a:r>
          </a:p>
          <a:p>
            <a:pPr>
              <a:lnSpc>
                <a:spcPct val="150000"/>
              </a:lnSpc>
            </a:pPr>
            <a:r>
              <a:rPr lang="en-IN" sz="1600" dirty="0">
                <a:latin typeface="Calibri" panose="020F0502020204030204" pitchFamily="34" charset="0"/>
                <a:ea typeface="Calibri" panose="020F0502020204030204" pitchFamily="34" charset="0"/>
                <a:cs typeface="Calibri" panose="020F0502020204030204" pitchFamily="34" charset="0"/>
              </a:rPr>
              <a:t>Department – BCA  </a:t>
            </a:r>
          </a:p>
          <a:p>
            <a:pPr>
              <a:lnSpc>
                <a:spcPct val="150000"/>
              </a:lnSpc>
            </a:pPr>
            <a:r>
              <a:rPr lang="en-IN" sz="1600" dirty="0" err="1">
                <a:latin typeface="Calibri" panose="020F0502020204030204" pitchFamily="34" charset="0"/>
                <a:ea typeface="Calibri" panose="020F0502020204030204" pitchFamily="34" charset="0"/>
                <a:cs typeface="Calibri" panose="020F0502020204030204" pitchFamily="34" charset="0"/>
              </a:rPr>
              <a:t>Dezyne</a:t>
            </a:r>
            <a:r>
              <a:rPr lang="en-IN" sz="1600" dirty="0">
                <a:latin typeface="Calibri" panose="020F0502020204030204" pitchFamily="34" charset="0"/>
                <a:ea typeface="Calibri" panose="020F0502020204030204" pitchFamily="34" charset="0"/>
                <a:cs typeface="Calibri" panose="020F0502020204030204" pitchFamily="34" charset="0"/>
              </a:rPr>
              <a:t> École College, Ajmer</a:t>
            </a:r>
          </a:p>
          <a:p>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6688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4AF9B51-4741-0AE9-75FE-9E95822DA36D}"/>
              </a:ext>
            </a:extLst>
          </p:cNvPr>
          <p:cNvCxnSpPr>
            <a:cxnSpLocks/>
          </p:cNvCxnSpPr>
          <p:nvPr/>
        </p:nvCxnSpPr>
        <p:spPr>
          <a:xfrm>
            <a:off x="735075" y="735916"/>
            <a:ext cx="10343536"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90C4DDFA-2463-5025-B650-47DAB75BEFF8}"/>
              </a:ext>
            </a:extLst>
          </p:cNvPr>
          <p:cNvSpPr txBox="1"/>
          <p:nvPr/>
        </p:nvSpPr>
        <p:spPr>
          <a:xfrm>
            <a:off x="9774701" y="282277"/>
            <a:ext cx="2813539" cy="307777"/>
          </a:xfrm>
          <a:prstGeom prst="rect">
            <a:avLst/>
          </a:prstGeom>
          <a:noFill/>
        </p:spPr>
        <p:txBody>
          <a:bodyPr wrap="square" rtlCol="0">
            <a:spAutoFit/>
          </a:bodyPr>
          <a:lstStyle/>
          <a:p>
            <a:r>
              <a:rPr lang="en-IN" sz="1400" b="1" dirty="0"/>
              <a:t>Case Study </a:t>
            </a:r>
          </a:p>
        </p:txBody>
      </p:sp>
      <p:sp>
        <p:nvSpPr>
          <p:cNvPr id="6" name="TextBox 5">
            <a:extLst>
              <a:ext uri="{FF2B5EF4-FFF2-40B4-BE49-F238E27FC236}">
                <a16:creationId xmlns:a16="http://schemas.microsoft.com/office/drawing/2014/main" id="{EAE2AA73-813A-CCC9-8834-A770A1732233}"/>
              </a:ext>
            </a:extLst>
          </p:cNvPr>
          <p:cNvSpPr txBox="1"/>
          <p:nvPr/>
        </p:nvSpPr>
        <p:spPr>
          <a:xfrm>
            <a:off x="633044" y="347566"/>
            <a:ext cx="2813539" cy="307777"/>
          </a:xfrm>
          <a:prstGeom prst="rect">
            <a:avLst/>
          </a:prstGeom>
          <a:noFill/>
        </p:spPr>
        <p:txBody>
          <a:bodyPr wrap="square" rtlCol="0">
            <a:spAutoFit/>
          </a:bodyPr>
          <a:lstStyle/>
          <a:p>
            <a:r>
              <a:rPr lang="en-US" altLang="en-US" sz="1400" b="1" dirty="0">
                <a:solidFill>
                  <a:srgbClr val="2F5597"/>
                </a:solidFill>
                <a:latin typeface="Arial" panose="020B0604020202020204" pitchFamily="34" charset="0"/>
                <a:ea typeface="Calibri" panose="020F0502020204030204" pitchFamily="34" charset="0"/>
              </a:rPr>
              <a:t>Digital Marketing</a:t>
            </a:r>
            <a:endParaRPr lang="en-IN" sz="1400" dirty="0"/>
          </a:p>
        </p:txBody>
      </p:sp>
      <p:sp>
        <p:nvSpPr>
          <p:cNvPr id="7" name="TextBox 6">
            <a:extLst>
              <a:ext uri="{FF2B5EF4-FFF2-40B4-BE49-F238E27FC236}">
                <a16:creationId xmlns:a16="http://schemas.microsoft.com/office/drawing/2014/main" id="{876F4296-3F08-9E4F-0671-1A86AF9E0D92}"/>
              </a:ext>
            </a:extLst>
          </p:cNvPr>
          <p:cNvSpPr txBox="1"/>
          <p:nvPr/>
        </p:nvSpPr>
        <p:spPr>
          <a:xfrm>
            <a:off x="633044" y="751968"/>
            <a:ext cx="2813539" cy="461665"/>
          </a:xfrm>
          <a:prstGeom prst="rect">
            <a:avLst/>
          </a:prstGeom>
          <a:noFill/>
        </p:spPr>
        <p:txBody>
          <a:bodyPr wrap="square" rtlCol="0">
            <a:spAutoFit/>
          </a:bodyPr>
          <a:lstStyle/>
          <a:p>
            <a:r>
              <a:rPr lang="en-US" altLang="en-US" sz="1200" b="1" dirty="0">
                <a:solidFill>
                  <a:srgbClr val="000000"/>
                </a:solidFill>
                <a:latin typeface="Arial" panose="020B0604020202020204" pitchFamily="34" charset="0"/>
                <a:ea typeface="Calibri" panose="020F0502020204030204" pitchFamily="34" charset="0"/>
              </a:rPr>
              <a:t>ASSIGNMENT FOLIO</a:t>
            </a:r>
            <a:endParaRPr lang="en-US" altLang="en-US" sz="1200" dirty="0">
              <a:latin typeface="Arial" panose="020B0604020202020204" pitchFamily="34" charset="0"/>
            </a:endParaRPr>
          </a:p>
          <a:p>
            <a:endParaRPr lang="en-IN" sz="1200" dirty="0"/>
          </a:p>
        </p:txBody>
      </p:sp>
      <p:sp>
        <p:nvSpPr>
          <p:cNvPr id="8" name="TextBox 7">
            <a:extLst>
              <a:ext uri="{FF2B5EF4-FFF2-40B4-BE49-F238E27FC236}">
                <a16:creationId xmlns:a16="http://schemas.microsoft.com/office/drawing/2014/main" id="{A63ECD18-8752-0708-4587-0F2B77EC2809}"/>
              </a:ext>
            </a:extLst>
          </p:cNvPr>
          <p:cNvSpPr txBox="1"/>
          <p:nvPr/>
        </p:nvSpPr>
        <p:spPr>
          <a:xfrm>
            <a:off x="633044" y="1197581"/>
            <a:ext cx="10245970" cy="3893374"/>
          </a:xfrm>
          <a:prstGeom prst="rect">
            <a:avLst/>
          </a:prstGeom>
          <a:noFill/>
        </p:spPr>
        <p:txBody>
          <a:bodyPr wrap="square" rtlCol="0">
            <a:spAutoFit/>
          </a:bodyPr>
          <a:lstStyle/>
          <a:p>
            <a:pPr algn="just"/>
            <a:r>
              <a:rPr lang="en-IN" sz="1300" b="1" dirty="0">
                <a:latin typeface="Calibri" panose="020F0502020204030204" pitchFamily="34" charset="0"/>
                <a:ea typeface="Calibri" panose="020F0502020204030204" pitchFamily="34" charset="0"/>
                <a:cs typeface="Calibri" panose="020F0502020204030204" pitchFamily="34" charset="0"/>
              </a:rPr>
              <a:t>SEO Optimization</a:t>
            </a:r>
            <a:endParaRPr lang="en-IN" sz="1300" dirty="0">
              <a:latin typeface="Calibri" panose="020F0502020204030204" pitchFamily="34" charset="0"/>
              <a:ea typeface="Calibri" panose="020F0502020204030204" pitchFamily="34" charset="0"/>
              <a:cs typeface="Calibri" panose="020F0502020204030204" pitchFamily="34" charset="0"/>
            </a:endParaRPr>
          </a:p>
          <a:p>
            <a:pPr algn="just"/>
            <a:r>
              <a:rPr lang="en-IN" sz="1300" b="1" dirty="0">
                <a:latin typeface="Calibri" panose="020F0502020204030204" pitchFamily="34" charset="0"/>
                <a:ea typeface="Calibri" panose="020F0502020204030204" pitchFamily="34" charset="0"/>
                <a:cs typeface="Calibri" panose="020F0502020204030204" pitchFamily="34" charset="0"/>
              </a:rPr>
              <a:t>Objective:</a:t>
            </a:r>
            <a:endParaRPr lang="en-IN" sz="1300" dirty="0">
              <a:latin typeface="Calibri" panose="020F0502020204030204" pitchFamily="34" charset="0"/>
              <a:ea typeface="Calibri" panose="020F0502020204030204" pitchFamily="34" charset="0"/>
              <a:cs typeface="Calibri" panose="020F0502020204030204" pitchFamily="34" charset="0"/>
            </a:endParaRPr>
          </a:p>
          <a:p>
            <a:pPr algn="just"/>
            <a:r>
              <a:rPr lang="en-IN" sz="1300" dirty="0">
                <a:latin typeface="Calibri" panose="020F0502020204030204" pitchFamily="34" charset="0"/>
                <a:ea typeface="Calibri" panose="020F0502020204030204" pitchFamily="34" charset="0"/>
                <a:cs typeface="Calibri" panose="020F0502020204030204" pitchFamily="34" charset="0"/>
              </a:rPr>
              <a:t>To improve the search engine visibility, organic traffic, and overall website performance of a newly launched website by implementing effective On-Page, Off-Page, and Technical SEO strategies.</a:t>
            </a:r>
          </a:p>
          <a:p>
            <a:pPr algn="just"/>
            <a:endParaRPr lang="en-IN" sz="1300" dirty="0">
              <a:latin typeface="Calibri" panose="020F0502020204030204" pitchFamily="34" charset="0"/>
              <a:ea typeface="Calibri" panose="020F0502020204030204" pitchFamily="34" charset="0"/>
              <a:cs typeface="Calibri" panose="020F0502020204030204" pitchFamily="34" charset="0"/>
            </a:endParaRPr>
          </a:p>
          <a:p>
            <a:pPr lvl="0" algn="just" fontAlgn="base"/>
            <a:r>
              <a:rPr lang="en-IN" sz="1300" b="1" dirty="0">
                <a:latin typeface="Calibri" panose="020F0502020204030204" pitchFamily="34" charset="0"/>
                <a:ea typeface="Calibri" panose="020F0502020204030204" pitchFamily="34" charset="0"/>
                <a:cs typeface="Calibri" panose="020F0502020204030204" pitchFamily="34" charset="0"/>
              </a:rPr>
              <a:t>Website &amp; Keyword Planning</a:t>
            </a:r>
          </a:p>
          <a:p>
            <a:pPr lvl="0" algn="just" fontAlgn="base"/>
            <a:r>
              <a:rPr lang="en-IN" sz="1300" dirty="0" err="1">
                <a:latin typeface="Calibri" panose="020F0502020204030204" pitchFamily="34" charset="0"/>
                <a:ea typeface="Calibri" panose="020F0502020204030204" pitchFamily="34" charset="0"/>
                <a:cs typeface="Calibri" panose="020F0502020204030204" pitchFamily="34" charset="0"/>
              </a:rPr>
              <a:t>Analyzed</a:t>
            </a:r>
            <a:r>
              <a:rPr lang="en-IN" sz="1300" dirty="0">
                <a:latin typeface="Calibri" panose="020F0502020204030204" pitchFamily="34" charset="0"/>
                <a:ea typeface="Calibri" panose="020F0502020204030204" pitchFamily="34" charset="0"/>
                <a:cs typeface="Calibri" panose="020F0502020204030204" pitchFamily="34" charset="0"/>
              </a:rPr>
              <a:t> the website structure and performed keyword research to identify primary, secondary, and long-tail keywords based on user search intent (informational, navigational, transactional).</a:t>
            </a:r>
          </a:p>
          <a:p>
            <a:pPr algn="just"/>
            <a:endParaRPr lang="en-IN" sz="1300" dirty="0">
              <a:latin typeface="Calibri" panose="020F0502020204030204" pitchFamily="34" charset="0"/>
              <a:ea typeface="Calibri" panose="020F0502020204030204" pitchFamily="34" charset="0"/>
              <a:cs typeface="Calibri" panose="020F0502020204030204" pitchFamily="34" charset="0"/>
            </a:endParaRPr>
          </a:p>
          <a:p>
            <a:pPr lvl="0" algn="just" fontAlgn="base"/>
            <a:r>
              <a:rPr lang="en-IN" sz="1300" b="1" dirty="0">
                <a:latin typeface="Calibri" panose="020F0502020204030204" pitchFamily="34" charset="0"/>
                <a:ea typeface="Calibri" panose="020F0502020204030204" pitchFamily="34" charset="0"/>
                <a:cs typeface="Calibri" panose="020F0502020204030204" pitchFamily="34" charset="0"/>
              </a:rPr>
              <a:t>On-Page SEO Implementation</a:t>
            </a:r>
          </a:p>
          <a:p>
            <a:pPr lvl="0" algn="just" fontAlgn="base"/>
            <a:r>
              <a:rPr lang="en-IN" sz="1300" dirty="0">
                <a:latin typeface="Calibri" panose="020F0502020204030204" pitchFamily="34" charset="0"/>
                <a:ea typeface="Calibri" panose="020F0502020204030204" pitchFamily="34" charset="0"/>
                <a:cs typeface="Calibri" panose="020F0502020204030204" pitchFamily="34" charset="0"/>
              </a:rPr>
              <a:t>Optimized web pages using SEO-friendly URLs, title tags, meta descriptions, and proper heading structure (H1– H3) to improve relevance and search engine ranking.</a:t>
            </a:r>
          </a:p>
          <a:p>
            <a:pPr algn="just"/>
            <a:endParaRPr lang="en-IN" sz="1300" dirty="0">
              <a:latin typeface="Calibri" panose="020F0502020204030204" pitchFamily="34" charset="0"/>
              <a:ea typeface="Calibri" panose="020F0502020204030204" pitchFamily="34" charset="0"/>
              <a:cs typeface="Calibri" panose="020F0502020204030204" pitchFamily="34" charset="0"/>
            </a:endParaRPr>
          </a:p>
          <a:p>
            <a:pPr lvl="0" algn="just" fontAlgn="base"/>
            <a:r>
              <a:rPr lang="en-IN" sz="1300" b="1" dirty="0">
                <a:latin typeface="Calibri" panose="020F0502020204030204" pitchFamily="34" charset="0"/>
                <a:ea typeface="Calibri" panose="020F0502020204030204" pitchFamily="34" charset="0"/>
                <a:cs typeface="Calibri" panose="020F0502020204030204" pitchFamily="34" charset="0"/>
              </a:rPr>
              <a:t>Off-Page SEO Activities</a:t>
            </a:r>
          </a:p>
          <a:p>
            <a:pPr lvl="0" algn="just" fontAlgn="base"/>
            <a:r>
              <a:rPr lang="en-IN" sz="1300" dirty="0">
                <a:latin typeface="Calibri" panose="020F0502020204030204" pitchFamily="34" charset="0"/>
                <a:ea typeface="Calibri" panose="020F0502020204030204" pitchFamily="34" charset="0"/>
                <a:cs typeface="Calibri" panose="020F0502020204030204" pitchFamily="34" charset="0"/>
              </a:rPr>
              <a:t>Built high-quality backlinks through guest posting, business listings, profile creation, social bookmarking, and forum participation to increase domain authority.</a:t>
            </a:r>
          </a:p>
          <a:p>
            <a:pPr algn="just"/>
            <a:endParaRPr lang="en-IN" sz="1300" dirty="0">
              <a:latin typeface="Calibri" panose="020F0502020204030204" pitchFamily="34" charset="0"/>
              <a:ea typeface="Calibri" panose="020F0502020204030204" pitchFamily="34" charset="0"/>
              <a:cs typeface="Calibri" panose="020F0502020204030204" pitchFamily="34" charset="0"/>
            </a:endParaRPr>
          </a:p>
          <a:p>
            <a:pPr lvl="0" algn="just" fontAlgn="base"/>
            <a:r>
              <a:rPr lang="en-IN" sz="1300" b="1" dirty="0">
                <a:latin typeface="Calibri" panose="020F0502020204030204" pitchFamily="34" charset="0"/>
                <a:ea typeface="Calibri" panose="020F0502020204030204" pitchFamily="34" charset="0"/>
                <a:cs typeface="Calibri" panose="020F0502020204030204" pitchFamily="34" charset="0"/>
              </a:rPr>
              <a:t>Technical SEO Optimization</a:t>
            </a:r>
          </a:p>
          <a:p>
            <a:pPr lvl="0" algn="just" fontAlgn="base"/>
            <a:r>
              <a:rPr lang="en-IN" sz="1300" dirty="0">
                <a:latin typeface="Calibri" panose="020F0502020204030204" pitchFamily="34" charset="0"/>
                <a:ea typeface="Calibri" panose="020F0502020204030204" pitchFamily="34" charset="0"/>
                <a:cs typeface="Calibri" panose="020F0502020204030204" pitchFamily="34" charset="0"/>
              </a:rPr>
              <a:t>Improved page speed, mobile responsiveness, and HTTPS security, to ensure better crawling and indexing.</a:t>
            </a:r>
          </a:p>
        </p:txBody>
      </p:sp>
      <p:cxnSp>
        <p:nvCxnSpPr>
          <p:cNvPr id="9" name="Straight Connector 8">
            <a:extLst>
              <a:ext uri="{FF2B5EF4-FFF2-40B4-BE49-F238E27FC236}">
                <a16:creationId xmlns:a16="http://schemas.microsoft.com/office/drawing/2014/main" id="{91AEE6AA-AC56-6C03-28A0-D54B751B2C57}"/>
              </a:ext>
            </a:extLst>
          </p:cNvPr>
          <p:cNvCxnSpPr>
            <a:cxnSpLocks/>
          </p:cNvCxnSpPr>
          <p:nvPr/>
        </p:nvCxnSpPr>
        <p:spPr>
          <a:xfrm>
            <a:off x="837934" y="6315722"/>
            <a:ext cx="10343536"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69549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216731-4A20-7FD2-FB17-A23C55283A9B}"/>
              </a:ext>
            </a:extLst>
          </p:cNvPr>
          <p:cNvSpPr txBox="1"/>
          <p:nvPr/>
        </p:nvSpPr>
        <p:spPr>
          <a:xfrm>
            <a:off x="826810" y="1033255"/>
            <a:ext cx="2215662" cy="492443"/>
          </a:xfrm>
          <a:prstGeom prst="rect">
            <a:avLst/>
          </a:prstGeom>
          <a:noFill/>
        </p:spPr>
        <p:txBody>
          <a:bodyPr wrap="square" rtlCol="0">
            <a:spAutoFit/>
          </a:bodyPr>
          <a:lstStyle/>
          <a:p>
            <a:r>
              <a:rPr lang="en-IN" sz="2600" dirty="0">
                <a:latin typeface="Arial Rounded MT Bold" panose="020F0704030504030204" pitchFamily="34" charset="0"/>
              </a:rPr>
              <a:t>WHY</a:t>
            </a:r>
            <a:r>
              <a:rPr lang="en-IN" dirty="0">
                <a:latin typeface="Arial Rounded MT Bold" panose="020F0704030504030204" pitchFamily="34" charset="0"/>
              </a:rPr>
              <a:t> </a:t>
            </a:r>
            <a:r>
              <a:rPr lang="en-IN" sz="2600" dirty="0">
                <a:latin typeface="Arial Rounded MT Bold" panose="020F0704030504030204" pitchFamily="34" charset="0"/>
              </a:rPr>
              <a:t>ORBIT</a:t>
            </a:r>
          </a:p>
        </p:txBody>
      </p:sp>
      <p:sp>
        <p:nvSpPr>
          <p:cNvPr id="5" name="TextBox 4">
            <a:extLst>
              <a:ext uri="{FF2B5EF4-FFF2-40B4-BE49-F238E27FC236}">
                <a16:creationId xmlns:a16="http://schemas.microsoft.com/office/drawing/2014/main" id="{027D51B9-BDB3-B82B-9FD2-29A2B00B070B}"/>
              </a:ext>
            </a:extLst>
          </p:cNvPr>
          <p:cNvSpPr txBox="1"/>
          <p:nvPr/>
        </p:nvSpPr>
        <p:spPr>
          <a:xfrm>
            <a:off x="826810" y="1635369"/>
            <a:ext cx="5468815" cy="1569660"/>
          </a:xfrm>
          <a:prstGeom prst="rect">
            <a:avLst/>
          </a:prstGeom>
          <a:noFill/>
        </p:spPr>
        <p:txBody>
          <a:bodyPr wrap="square" rtlCol="0">
            <a:spAutoFit/>
          </a:bodyPr>
          <a:lstStyle/>
          <a:p>
            <a:r>
              <a:rPr lang="en-US" sz="1600" dirty="0"/>
              <a:t>Orbit is a modern backpack brand dedicated to creating stylish, durable, and functional bags for students, professionals, and travelers. Inspired by innovation and exploration, Orbit offers premium-quality school bags, laptop backpacks, and travel bags that combine comfort, smart organization, and contemporary design for everyday adventures and lasting reliability.</a:t>
            </a:r>
            <a:endParaRPr lang="en-IN" sz="1600" dirty="0"/>
          </a:p>
        </p:txBody>
      </p:sp>
      <p:sp>
        <p:nvSpPr>
          <p:cNvPr id="6" name="TextBox 5">
            <a:extLst>
              <a:ext uri="{FF2B5EF4-FFF2-40B4-BE49-F238E27FC236}">
                <a16:creationId xmlns:a16="http://schemas.microsoft.com/office/drawing/2014/main" id="{74D185AA-3080-D69D-45D6-D5108447B528}"/>
              </a:ext>
            </a:extLst>
          </p:cNvPr>
          <p:cNvSpPr txBox="1"/>
          <p:nvPr/>
        </p:nvSpPr>
        <p:spPr>
          <a:xfrm>
            <a:off x="826810" y="3314699"/>
            <a:ext cx="5662246" cy="1815882"/>
          </a:xfrm>
          <a:prstGeom prst="rect">
            <a:avLst/>
          </a:prstGeom>
          <a:noFill/>
        </p:spPr>
        <p:txBody>
          <a:bodyPr wrap="square" rtlCol="0">
            <a:spAutoFit/>
          </a:bodyPr>
          <a:lstStyle/>
          <a:p>
            <a:r>
              <a:rPr lang="en-IN" sz="1600" dirty="0"/>
              <a:t>Orbit uses Search Engine Optimization to reach customers searching for school bags, travel backpacks, laptop bags, and stylish backpacks online. By targeting relevant keywords, optimizing website content, improving page speed, creating valuable blogs, and enhancing user experience, Orbit increases Google rankings, organic traffic, brand awareness, and online sales.</a:t>
            </a:r>
          </a:p>
        </p:txBody>
      </p:sp>
      <p:pic>
        <p:nvPicPr>
          <p:cNvPr id="8" name="Picture 7">
            <a:extLst>
              <a:ext uri="{FF2B5EF4-FFF2-40B4-BE49-F238E27FC236}">
                <a16:creationId xmlns:a16="http://schemas.microsoft.com/office/drawing/2014/main" id="{6E5992AF-2E02-317F-F94E-AEAC51194C50}"/>
              </a:ext>
            </a:extLst>
          </p:cNvPr>
          <p:cNvPicPr>
            <a:picLocks noChangeAspect="1"/>
          </p:cNvPicPr>
          <p:nvPr/>
        </p:nvPicPr>
        <p:blipFill>
          <a:blip r:embed="rId2"/>
          <a:stretch>
            <a:fillRect/>
          </a:stretch>
        </p:blipFill>
        <p:spPr>
          <a:xfrm>
            <a:off x="6270747" y="-4098"/>
            <a:ext cx="6125739" cy="6866819"/>
          </a:xfrm>
          <a:prstGeom prst="rect">
            <a:avLst/>
          </a:prstGeom>
        </p:spPr>
      </p:pic>
    </p:spTree>
    <p:extLst>
      <p:ext uri="{BB962C8B-B14F-4D97-AF65-F5344CB8AC3E}">
        <p14:creationId xmlns:p14="http://schemas.microsoft.com/office/powerpoint/2010/main" val="1367435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E24FE51B-5569-87F0-38D2-159901C95D9E}"/>
              </a:ext>
            </a:extLst>
          </p:cNvPr>
          <p:cNvGraphicFramePr/>
          <p:nvPr>
            <p:extLst>
              <p:ext uri="{D42A27DB-BD31-4B8C-83A1-F6EECF244321}">
                <p14:modId xmlns:p14="http://schemas.microsoft.com/office/powerpoint/2010/main" val="1087444962"/>
              </p:ext>
            </p:extLst>
          </p:nvPr>
        </p:nvGraphicFramePr>
        <p:xfrm>
          <a:off x="1077594" y="802126"/>
          <a:ext cx="4679271" cy="5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6" name="Diagram 15">
            <a:extLst>
              <a:ext uri="{FF2B5EF4-FFF2-40B4-BE49-F238E27FC236}">
                <a16:creationId xmlns:a16="http://schemas.microsoft.com/office/drawing/2014/main" id="{F59545B8-5337-8EFE-0D9A-5952C959DABD}"/>
              </a:ext>
            </a:extLst>
          </p:cNvPr>
          <p:cNvGraphicFramePr/>
          <p:nvPr>
            <p:extLst>
              <p:ext uri="{D42A27DB-BD31-4B8C-83A1-F6EECF244321}">
                <p14:modId xmlns:p14="http://schemas.microsoft.com/office/powerpoint/2010/main" val="4143048620"/>
              </p:ext>
            </p:extLst>
          </p:nvPr>
        </p:nvGraphicFramePr>
        <p:xfrm>
          <a:off x="879474" y="1723878"/>
          <a:ext cx="6703598" cy="686341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Picture 3">
            <a:extLst>
              <a:ext uri="{FF2B5EF4-FFF2-40B4-BE49-F238E27FC236}">
                <a16:creationId xmlns:a16="http://schemas.microsoft.com/office/drawing/2014/main" id="{B106DCC7-DBDD-C982-9C6D-F87D25F21C4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789316" y="802126"/>
            <a:ext cx="3627382" cy="4858101"/>
          </a:xfrm>
          <a:prstGeom prst="rect">
            <a:avLst/>
          </a:prstGeom>
        </p:spPr>
      </p:pic>
    </p:spTree>
    <p:extLst>
      <p:ext uri="{BB962C8B-B14F-4D97-AF65-F5344CB8AC3E}">
        <p14:creationId xmlns:p14="http://schemas.microsoft.com/office/powerpoint/2010/main" val="709020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EEBB31-36E3-4489-9F5F-F144BCD0A6E1}"/>
              </a:ext>
            </a:extLst>
          </p:cNvPr>
          <p:cNvSpPr txBox="1"/>
          <p:nvPr/>
        </p:nvSpPr>
        <p:spPr>
          <a:xfrm>
            <a:off x="1204546" y="620206"/>
            <a:ext cx="4159934" cy="830997"/>
          </a:xfrm>
          <a:prstGeom prst="rect">
            <a:avLst/>
          </a:prstGeom>
          <a:noFill/>
        </p:spPr>
        <p:txBody>
          <a:bodyPr wrap="square" rtlCol="0">
            <a:spAutoFit/>
          </a:bodyPr>
          <a:lstStyle/>
          <a:p>
            <a:r>
              <a:rPr lang="en-IN" sz="2400" dirty="0">
                <a:latin typeface="Arial Rounded MT Bold" panose="020F0704030504030204" pitchFamily="34" charset="0"/>
              </a:rPr>
              <a:t>ON-PAGE SEARCH ENGINE OPTIMIZATION</a:t>
            </a:r>
          </a:p>
        </p:txBody>
      </p:sp>
      <p:sp>
        <p:nvSpPr>
          <p:cNvPr id="4" name="TextBox 3">
            <a:extLst>
              <a:ext uri="{FF2B5EF4-FFF2-40B4-BE49-F238E27FC236}">
                <a16:creationId xmlns:a16="http://schemas.microsoft.com/office/drawing/2014/main" id="{2A099839-98A6-D3C6-1B38-D48DA60A7CF5}"/>
              </a:ext>
            </a:extLst>
          </p:cNvPr>
          <p:cNvSpPr txBox="1"/>
          <p:nvPr/>
        </p:nvSpPr>
        <p:spPr>
          <a:xfrm>
            <a:off x="1204546" y="1740654"/>
            <a:ext cx="6096000" cy="1200329"/>
          </a:xfrm>
          <a:prstGeom prst="rect">
            <a:avLst/>
          </a:prstGeom>
          <a:noFill/>
        </p:spPr>
        <p:txBody>
          <a:bodyPr wrap="square">
            <a:spAutoFit/>
          </a:bodyPr>
          <a:lstStyle/>
          <a:p>
            <a:pPr marL="342900" indent="-342900">
              <a:buFont typeface="Arial" panose="020B0604020202020204" pitchFamily="34" charset="0"/>
              <a:buChar char="•"/>
            </a:pPr>
            <a:r>
              <a:rPr lang="en-IN" dirty="0"/>
              <a:t>Better Rankings </a:t>
            </a:r>
          </a:p>
          <a:p>
            <a:pPr marL="342900" indent="-342900">
              <a:buFont typeface="Arial" panose="020B0604020202020204" pitchFamily="34" charset="0"/>
              <a:buChar char="•"/>
            </a:pPr>
            <a:r>
              <a:rPr lang="en-IN" dirty="0"/>
              <a:t>Higher Visibility </a:t>
            </a:r>
          </a:p>
          <a:p>
            <a:pPr marL="342900" indent="-342900">
              <a:buFont typeface="Arial" panose="020B0604020202020204" pitchFamily="34" charset="0"/>
              <a:buChar char="•"/>
            </a:pPr>
            <a:r>
              <a:rPr lang="en-IN" dirty="0"/>
              <a:t>Targeted Keywords </a:t>
            </a:r>
          </a:p>
          <a:p>
            <a:pPr marL="342900" indent="-342900">
              <a:buFont typeface="Arial" panose="020B0604020202020204" pitchFamily="34" charset="0"/>
              <a:buChar char="•"/>
            </a:pPr>
            <a:r>
              <a:rPr lang="en-IN" dirty="0"/>
              <a:t>Quality Traffic</a:t>
            </a:r>
          </a:p>
        </p:txBody>
      </p:sp>
      <p:cxnSp>
        <p:nvCxnSpPr>
          <p:cNvPr id="6" name="Straight Connector 5">
            <a:extLst>
              <a:ext uri="{FF2B5EF4-FFF2-40B4-BE49-F238E27FC236}">
                <a16:creationId xmlns:a16="http://schemas.microsoft.com/office/drawing/2014/main" id="{4043B1C1-97DF-26AE-A697-023807507621}"/>
              </a:ext>
            </a:extLst>
          </p:cNvPr>
          <p:cNvCxnSpPr/>
          <p:nvPr/>
        </p:nvCxnSpPr>
        <p:spPr>
          <a:xfrm flipH="1">
            <a:off x="1204546" y="1595928"/>
            <a:ext cx="4241214" cy="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52FB4499-9891-D02B-03B9-0B34FC374B19}"/>
              </a:ext>
            </a:extLst>
          </p:cNvPr>
          <p:cNvSpPr txBox="1"/>
          <p:nvPr/>
        </p:nvSpPr>
        <p:spPr>
          <a:xfrm>
            <a:off x="1204546" y="3326337"/>
            <a:ext cx="4159934" cy="461665"/>
          </a:xfrm>
          <a:prstGeom prst="rect">
            <a:avLst/>
          </a:prstGeom>
          <a:noFill/>
        </p:spPr>
        <p:txBody>
          <a:bodyPr wrap="square" rtlCol="0">
            <a:spAutoFit/>
          </a:bodyPr>
          <a:lstStyle/>
          <a:p>
            <a:r>
              <a:rPr lang="en-IN" sz="2400" dirty="0">
                <a:latin typeface="Arial Rounded MT Bold" panose="020F0704030504030204" pitchFamily="34" charset="0"/>
              </a:rPr>
              <a:t>PAGE OPTIMIZATION</a:t>
            </a:r>
          </a:p>
        </p:txBody>
      </p:sp>
      <p:cxnSp>
        <p:nvCxnSpPr>
          <p:cNvPr id="8" name="Straight Connector 7">
            <a:extLst>
              <a:ext uri="{FF2B5EF4-FFF2-40B4-BE49-F238E27FC236}">
                <a16:creationId xmlns:a16="http://schemas.microsoft.com/office/drawing/2014/main" id="{FEA57A09-1EA7-0DA3-CE52-A626B8F94344}"/>
              </a:ext>
            </a:extLst>
          </p:cNvPr>
          <p:cNvCxnSpPr/>
          <p:nvPr/>
        </p:nvCxnSpPr>
        <p:spPr>
          <a:xfrm flipH="1">
            <a:off x="1123266" y="3932728"/>
            <a:ext cx="4241214" cy="0"/>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08DB9913-E368-143D-5F88-5B8682C3DE8C}"/>
              </a:ext>
            </a:extLst>
          </p:cNvPr>
          <p:cNvSpPr txBox="1"/>
          <p:nvPr/>
        </p:nvSpPr>
        <p:spPr>
          <a:xfrm>
            <a:off x="1123266" y="4173356"/>
            <a:ext cx="6096000" cy="1477328"/>
          </a:xfrm>
          <a:prstGeom prst="rect">
            <a:avLst/>
          </a:prstGeom>
          <a:noFill/>
        </p:spPr>
        <p:txBody>
          <a:bodyPr wrap="square">
            <a:spAutoFit/>
          </a:bodyPr>
          <a:lstStyle/>
          <a:p>
            <a:pPr marL="342900" indent="-342900">
              <a:buFont typeface="Arial" panose="020B0604020202020204" pitchFamily="34" charset="0"/>
              <a:buChar char="•"/>
            </a:pPr>
            <a:r>
              <a:rPr lang="en-US" dirty="0"/>
              <a:t>SEO Friendly URL</a:t>
            </a:r>
            <a:endParaRPr lang="en-IN" dirty="0"/>
          </a:p>
          <a:p>
            <a:pPr marL="342900" indent="-342900">
              <a:buFont typeface="Arial" panose="020B0604020202020204" pitchFamily="34" charset="0"/>
              <a:buChar char="•"/>
            </a:pPr>
            <a:r>
              <a:rPr lang="en-US" dirty="0"/>
              <a:t>SEO Friendly title</a:t>
            </a:r>
          </a:p>
          <a:p>
            <a:pPr marL="342900" indent="-342900">
              <a:buFont typeface="Arial" panose="020B0604020202020204" pitchFamily="34" charset="0"/>
              <a:buChar char="•"/>
            </a:pPr>
            <a:r>
              <a:rPr lang="en-US" dirty="0"/>
              <a:t>Meta Description </a:t>
            </a:r>
          </a:p>
          <a:p>
            <a:pPr marL="342900" indent="-342900">
              <a:buFont typeface="Arial" panose="020B0604020202020204" pitchFamily="34" charset="0"/>
              <a:buChar char="•"/>
            </a:pPr>
            <a:r>
              <a:rPr lang="en-US" dirty="0"/>
              <a:t>Heading </a:t>
            </a:r>
          </a:p>
          <a:p>
            <a:pPr marL="342900" indent="-342900">
              <a:buFont typeface="Arial" panose="020B0604020202020204" pitchFamily="34" charset="0"/>
              <a:buChar char="•"/>
            </a:pPr>
            <a:r>
              <a:rPr lang="en-US" dirty="0"/>
              <a:t>Semantic tags  </a:t>
            </a:r>
          </a:p>
        </p:txBody>
      </p:sp>
      <p:pic>
        <p:nvPicPr>
          <p:cNvPr id="1026" name="Picture 2" descr="Importance of SEO and Related Facts About It">
            <a:extLst>
              <a:ext uri="{FF2B5EF4-FFF2-40B4-BE49-F238E27FC236}">
                <a16:creationId xmlns:a16="http://schemas.microsoft.com/office/drawing/2014/main" id="{E8371350-ADF2-E2DF-B1EC-385FE3FD54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5320" y="456531"/>
            <a:ext cx="4159934" cy="286980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e Hearing Professional's Guide to Common Search Engine Optimization (SEO)  Terms | AudiologyDesign">
            <a:extLst>
              <a:ext uri="{FF2B5EF4-FFF2-40B4-BE49-F238E27FC236}">
                <a16:creationId xmlns:a16="http://schemas.microsoft.com/office/drawing/2014/main" id="{6D46B571-9C85-B692-5ED3-89450793A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0776" y="3557169"/>
            <a:ext cx="5364478" cy="2683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356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1E0B63B-7C75-72C6-7802-CFD437690374}"/>
              </a:ext>
            </a:extLst>
          </p:cNvPr>
          <p:cNvSpPr txBox="1"/>
          <p:nvPr/>
        </p:nvSpPr>
        <p:spPr>
          <a:xfrm>
            <a:off x="1274884" y="606669"/>
            <a:ext cx="4106007" cy="400110"/>
          </a:xfrm>
          <a:prstGeom prst="rect">
            <a:avLst/>
          </a:prstGeom>
          <a:noFill/>
        </p:spPr>
        <p:txBody>
          <a:bodyPr wrap="square" rtlCol="0">
            <a:spAutoFit/>
          </a:bodyPr>
          <a:lstStyle/>
          <a:p>
            <a:r>
              <a:rPr lang="en-IN" sz="2000" dirty="0">
                <a:latin typeface="Arial Rounded MT Bold" panose="020F0704030504030204" pitchFamily="34" charset="0"/>
              </a:rPr>
              <a:t>PAGE OPTIMIZATION</a:t>
            </a:r>
          </a:p>
        </p:txBody>
      </p:sp>
      <p:sp>
        <p:nvSpPr>
          <p:cNvPr id="6" name="TextBox 5">
            <a:extLst>
              <a:ext uri="{FF2B5EF4-FFF2-40B4-BE49-F238E27FC236}">
                <a16:creationId xmlns:a16="http://schemas.microsoft.com/office/drawing/2014/main" id="{5E95A559-5F1E-DD9B-966C-082F082D9E65}"/>
              </a:ext>
            </a:extLst>
          </p:cNvPr>
          <p:cNvSpPr txBox="1"/>
          <p:nvPr/>
        </p:nvSpPr>
        <p:spPr>
          <a:xfrm>
            <a:off x="1274884" y="1292203"/>
            <a:ext cx="3710354" cy="2154436"/>
          </a:xfrm>
          <a:prstGeom prst="rect">
            <a:avLst/>
          </a:prstGeom>
          <a:noFill/>
        </p:spPr>
        <p:txBody>
          <a:bodyPr wrap="square" rtlCol="0">
            <a:spAutoFit/>
          </a:bodyPr>
          <a:lstStyle/>
          <a:p>
            <a:r>
              <a:rPr lang="en-IN" sz="2400" dirty="0">
                <a:latin typeface="Aptos Narrow" panose="020B0004020202020204" pitchFamily="34" charset="0"/>
                <a:ea typeface="Artifakt Element Black" panose="020B0A03050000020004" pitchFamily="34" charset="0"/>
              </a:rPr>
              <a:t>SEO-Friendly URL</a:t>
            </a:r>
          </a:p>
          <a:p>
            <a:endParaRPr lang="en-IN" dirty="0"/>
          </a:p>
          <a:p>
            <a:endParaRPr lang="en-IN" dirty="0"/>
          </a:p>
          <a:p>
            <a:endParaRPr lang="en-IN" dirty="0"/>
          </a:p>
          <a:p>
            <a:pPr marL="342900" indent="-342900">
              <a:buFont typeface="Arial" panose="020B0604020202020204" pitchFamily="34" charset="0"/>
              <a:buChar char="•"/>
            </a:pPr>
            <a:r>
              <a:rPr lang="en-US" sz="1400" dirty="0"/>
              <a:t>Short and clean </a:t>
            </a:r>
          </a:p>
          <a:p>
            <a:pPr marL="342900" indent="-342900">
              <a:buFont typeface="Arial" panose="020B0604020202020204" pitchFamily="34" charset="0"/>
              <a:buChar char="•"/>
            </a:pPr>
            <a:r>
              <a:rPr lang="en-US" sz="1400" dirty="0"/>
              <a:t>Easy to remember  </a:t>
            </a:r>
          </a:p>
          <a:p>
            <a:pPr marL="342900" indent="-342900">
              <a:buFont typeface="Arial" panose="020B0604020202020204" pitchFamily="34" charset="0"/>
              <a:buChar char="•"/>
            </a:pPr>
            <a:r>
              <a:rPr lang="en-US" sz="1400" dirty="0"/>
              <a:t>Brand-focused </a:t>
            </a:r>
          </a:p>
          <a:p>
            <a:pPr marL="342900" indent="-342900">
              <a:buFont typeface="Arial" panose="020B0604020202020204" pitchFamily="34" charset="0"/>
              <a:buChar char="•"/>
            </a:pPr>
            <a:r>
              <a:rPr lang="en-US" sz="1400" dirty="0"/>
              <a:t>No unnecessary characters</a:t>
            </a:r>
            <a:endParaRPr lang="en-IN" sz="1400" dirty="0"/>
          </a:p>
        </p:txBody>
      </p:sp>
      <p:sp>
        <p:nvSpPr>
          <p:cNvPr id="7" name="Rectangle 6">
            <a:extLst>
              <a:ext uri="{FF2B5EF4-FFF2-40B4-BE49-F238E27FC236}">
                <a16:creationId xmlns:a16="http://schemas.microsoft.com/office/drawing/2014/main" id="{1CF66645-262C-D6E4-9201-D404E0DCB48E}"/>
              </a:ext>
            </a:extLst>
          </p:cNvPr>
          <p:cNvSpPr/>
          <p:nvPr/>
        </p:nvSpPr>
        <p:spPr>
          <a:xfrm>
            <a:off x="1305655" y="1997939"/>
            <a:ext cx="3156440" cy="325315"/>
          </a:xfrm>
          <a:prstGeom prst="rect">
            <a:avLst/>
          </a:prstGeom>
          <a:solidFill>
            <a:schemeClr val="accent1">
              <a:lumMod val="40000"/>
              <a:lumOff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solidFill>
                  <a:schemeClr val="tx1"/>
                </a:solidFill>
              </a:rPr>
              <a:t>https://www.orbit.com</a:t>
            </a:r>
          </a:p>
        </p:txBody>
      </p:sp>
      <p:sp>
        <p:nvSpPr>
          <p:cNvPr id="8" name="TextBox 7">
            <a:extLst>
              <a:ext uri="{FF2B5EF4-FFF2-40B4-BE49-F238E27FC236}">
                <a16:creationId xmlns:a16="http://schemas.microsoft.com/office/drawing/2014/main" id="{4D429D2F-35EE-956C-FDEB-8F28039FD82F}"/>
              </a:ext>
            </a:extLst>
          </p:cNvPr>
          <p:cNvSpPr txBox="1"/>
          <p:nvPr/>
        </p:nvSpPr>
        <p:spPr>
          <a:xfrm>
            <a:off x="1274884" y="3732063"/>
            <a:ext cx="3648810" cy="2431435"/>
          </a:xfrm>
          <a:prstGeom prst="rect">
            <a:avLst/>
          </a:prstGeom>
          <a:noFill/>
        </p:spPr>
        <p:txBody>
          <a:bodyPr wrap="square" rtlCol="0">
            <a:spAutoFit/>
          </a:bodyPr>
          <a:lstStyle/>
          <a:p>
            <a:r>
              <a:rPr lang="en-IN" sz="2400" dirty="0">
                <a:latin typeface="Aptos Narrow" panose="020B0004020202020204" pitchFamily="34" charset="0"/>
              </a:rPr>
              <a:t>Title tag</a:t>
            </a:r>
          </a:p>
          <a:p>
            <a:pPr marL="342900" indent="-342900">
              <a:buAutoNum type="arabicPeriod" startAt="2"/>
            </a:pPr>
            <a:endParaRPr lang="en-IN" dirty="0"/>
          </a:p>
          <a:p>
            <a:pPr marL="342900" indent="-342900">
              <a:buAutoNum type="arabicPeriod" startAt="2"/>
            </a:pPr>
            <a:endParaRPr lang="en-IN"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Includes primary keywords </a:t>
            </a:r>
          </a:p>
          <a:p>
            <a:pPr marL="285750" indent="-285750">
              <a:buFont typeface="Arial" panose="020B0604020202020204" pitchFamily="34" charset="0"/>
              <a:buChar char="•"/>
            </a:pPr>
            <a:r>
              <a:rPr lang="en-US" sz="1400" dirty="0"/>
              <a:t>Clear value proposition </a:t>
            </a:r>
          </a:p>
          <a:p>
            <a:pPr marL="285750" indent="-285750">
              <a:buFont typeface="Arial" panose="020B0604020202020204" pitchFamily="34" charset="0"/>
              <a:buChar char="•"/>
            </a:pPr>
            <a:r>
              <a:rPr lang="en-US" sz="1400" dirty="0"/>
              <a:t>Improves CTR (click-through rate)</a:t>
            </a:r>
            <a:endParaRPr lang="en-IN" sz="1400" dirty="0"/>
          </a:p>
          <a:p>
            <a:endParaRPr lang="en-IN" dirty="0"/>
          </a:p>
          <a:p>
            <a:endParaRPr lang="en-IN" dirty="0"/>
          </a:p>
        </p:txBody>
      </p:sp>
      <p:sp>
        <p:nvSpPr>
          <p:cNvPr id="9" name="Rectangle 8">
            <a:extLst>
              <a:ext uri="{FF2B5EF4-FFF2-40B4-BE49-F238E27FC236}">
                <a16:creationId xmlns:a16="http://schemas.microsoft.com/office/drawing/2014/main" id="{1A8FBFD5-D68C-29CF-A70C-E5C63126D4E7}"/>
              </a:ext>
            </a:extLst>
          </p:cNvPr>
          <p:cNvSpPr/>
          <p:nvPr/>
        </p:nvSpPr>
        <p:spPr>
          <a:xfrm>
            <a:off x="1274884" y="4372294"/>
            <a:ext cx="3217983" cy="298938"/>
          </a:xfrm>
          <a:prstGeom prst="rect">
            <a:avLst/>
          </a:prstGeom>
          <a:solidFill>
            <a:schemeClr val="accent1">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solidFill>
                  <a:sysClr val="windowText" lastClr="000000"/>
                </a:solidFill>
              </a:rPr>
              <a:t>&lt;title&gt;Home | orbit&lt;/title&gt;</a:t>
            </a:r>
          </a:p>
        </p:txBody>
      </p:sp>
      <p:cxnSp>
        <p:nvCxnSpPr>
          <p:cNvPr id="10" name="Straight Connector 9">
            <a:extLst>
              <a:ext uri="{FF2B5EF4-FFF2-40B4-BE49-F238E27FC236}">
                <a16:creationId xmlns:a16="http://schemas.microsoft.com/office/drawing/2014/main" id="{8E3C01AF-9DD9-C625-1435-E30E70E07493}"/>
              </a:ext>
            </a:extLst>
          </p:cNvPr>
          <p:cNvCxnSpPr/>
          <p:nvPr/>
        </p:nvCxnSpPr>
        <p:spPr>
          <a:xfrm flipH="1">
            <a:off x="1305655" y="1736202"/>
            <a:ext cx="3057606"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A841A37-825D-D721-E72F-A4A44A59BE38}"/>
              </a:ext>
            </a:extLst>
          </p:cNvPr>
          <p:cNvCxnSpPr/>
          <p:nvPr/>
        </p:nvCxnSpPr>
        <p:spPr>
          <a:xfrm flipH="1">
            <a:off x="1274884" y="4191964"/>
            <a:ext cx="3057606" cy="0"/>
          </a:xfrm>
          <a:prstGeom prst="line">
            <a:avLst/>
          </a:prstGeom>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3E8C2EE6-5401-8F56-6FA2-09C7AD039105}"/>
              </a:ext>
            </a:extLst>
          </p:cNvPr>
          <p:cNvPicPr>
            <a:picLocks noChangeAspect="1"/>
          </p:cNvPicPr>
          <p:nvPr/>
        </p:nvPicPr>
        <p:blipFill>
          <a:blip r:embed="rId3"/>
          <a:stretch>
            <a:fillRect/>
          </a:stretch>
        </p:blipFill>
        <p:spPr>
          <a:xfrm rot="20498218">
            <a:off x="6509567" y="1095409"/>
            <a:ext cx="7483488" cy="6553768"/>
          </a:xfrm>
          <a:prstGeom prst="rect">
            <a:avLst/>
          </a:prstGeom>
        </p:spPr>
      </p:pic>
      <p:pic>
        <p:nvPicPr>
          <p:cNvPr id="15" name="Picture 14">
            <a:extLst>
              <a:ext uri="{FF2B5EF4-FFF2-40B4-BE49-F238E27FC236}">
                <a16:creationId xmlns:a16="http://schemas.microsoft.com/office/drawing/2014/main" id="{9928523E-95CE-0108-DA5B-1DCB2399CAEA}"/>
              </a:ext>
            </a:extLst>
          </p:cNvPr>
          <p:cNvPicPr>
            <a:picLocks noChangeAspect="1"/>
          </p:cNvPicPr>
          <p:nvPr/>
        </p:nvPicPr>
        <p:blipFill>
          <a:blip r:embed="rId4"/>
          <a:stretch>
            <a:fillRect/>
          </a:stretch>
        </p:blipFill>
        <p:spPr>
          <a:xfrm rot="20466102">
            <a:off x="4155311" y="-4571369"/>
            <a:ext cx="12192000" cy="5208608"/>
          </a:xfrm>
          <a:prstGeom prst="rect">
            <a:avLst/>
          </a:prstGeom>
        </p:spPr>
      </p:pic>
    </p:spTree>
    <p:extLst>
      <p:ext uri="{BB962C8B-B14F-4D97-AF65-F5344CB8AC3E}">
        <p14:creationId xmlns:p14="http://schemas.microsoft.com/office/powerpoint/2010/main" val="4046273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D5AB63-E8AA-7481-50D0-FCB2FC201303}"/>
              </a:ext>
            </a:extLst>
          </p:cNvPr>
          <p:cNvSpPr txBox="1"/>
          <p:nvPr/>
        </p:nvSpPr>
        <p:spPr>
          <a:xfrm>
            <a:off x="1023471" y="268572"/>
            <a:ext cx="4237892" cy="2308324"/>
          </a:xfrm>
          <a:prstGeom prst="rect">
            <a:avLst/>
          </a:prstGeom>
          <a:noFill/>
        </p:spPr>
        <p:txBody>
          <a:bodyPr wrap="square" rtlCol="0">
            <a:spAutoFit/>
          </a:bodyPr>
          <a:lstStyle/>
          <a:p>
            <a:r>
              <a:rPr lang="en-IN" sz="2400" dirty="0">
                <a:latin typeface="Aptos Narrow" panose="020B0004020202020204" pitchFamily="34" charset="0"/>
              </a:rPr>
              <a:t>Meta Description</a:t>
            </a:r>
          </a:p>
          <a:p>
            <a:endParaRPr lang="en-IN" sz="2400" dirty="0">
              <a:latin typeface="Aptos Narrow" panose="020B0004020202020204" pitchFamily="34" charset="0"/>
            </a:endParaRPr>
          </a:p>
          <a:p>
            <a:endParaRPr lang="en-IN" dirty="0"/>
          </a:p>
          <a:p>
            <a:endParaRPr lang="en-IN" dirty="0"/>
          </a:p>
          <a:p>
            <a:endParaRPr lang="en-US" dirty="0"/>
          </a:p>
          <a:p>
            <a:pPr marL="285750" indent="-285750">
              <a:buFont typeface="Arial" panose="020B0604020202020204" pitchFamily="34" charset="0"/>
              <a:buChar char="•"/>
            </a:pPr>
            <a:r>
              <a:rPr lang="en-US" sz="1400" dirty="0"/>
              <a:t>Encourages users to click </a:t>
            </a:r>
          </a:p>
          <a:p>
            <a:pPr marL="285750" indent="-285750">
              <a:buFont typeface="Arial" panose="020B0604020202020204" pitchFamily="34" charset="0"/>
              <a:buChar char="•"/>
            </a:pPr>
            <a:r>
              <a:rPr lang="en-US" sz="1400" dirty="0"/>
              <a:t>Explains the service clearly </a:t>
            </a:r>
          </a:p>
          <a:p>
            <a:pPr marL="285750" indent="-285750">
              <a:buFont typeface="Arial" panose="020B0604020202020204" pitchFamily="34" charset="0"/>
              <a:buChar char="•"/>
            </a:pPr>
            <a:r>
              <a:rPr lang="en-US" sz="1400" dirty="0"/>
              <a:t>Uses important keywords naturally</a:t>
            </a:r>
            <a:endParaRPr lang="en-IN" sz="1400" dirty="0"/>
          </a:p>
        </p:txBody>
      </p:sp>
      <p:sp>
        <p:nvSpPr>
          <p:cNvPr id="5" name="Rectangle 4">
            <a:extLst>
              <a:ext uri="{FF2B5EF4-FFF2-40B4-BE49-F238E27FC236}">
                <a16:creationId xmlns:a16="http://schemas.microsoft.com/office/drawing/2014/main" id="{25D8B5E4-297B-BA5E-779B-89BAAAB0AB03}"/>
              </a:ext>
            </a:extLst>
          </p:cNvPr>
          <p:cNvSpPr/>
          <p:nvPr/>
        </p:nvSpPr>
        <p:spPr>
          <a:xfrm>
            <a:off x="1072660" y="868202"/>
            <a:ext cx="3833447" cy="914400"/>
          </a:xfrm>
          <a:prstGeom prst="rect">
            <a:avLst/>
          </a:prstGeom>
          <a:solidFill>
            <a:schemeClr val="accent1">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ysClr val="windowText" lastClr="000000"/>
                </a:solidFill>
              </a:rPr>
              <a:t>&lt;meta name="</a:t>
            </a:r>
            <a:r>
              <a:rPr lang="en-US" dirty="0" err="1">
                <a:solidFill>
                  <a:sysClr val="windowText" lastClr="000000"/>
                </a:solidFill>
              </a:rPr>
              <a:t>twitter:title</a:t>
            </a:r>
            <a:r>
              <a:rPr lang="en-US" dirty="0">
                <a:solidFill>
                  <a:sysClr val="windowText" lastClr="000000"/>
                </a:solidFill>
              </a:rPr>
              <a:t>" content="Home | orbit"&gt;</a:t>
            </a:r>
            <a:endParaRPr lang="en-IN" dirty="0">
              <a:solidFill>
                <a:sysClr val="windowText" lastClr="000000"/>
              </a:solidFill>
            </a:endParaRPr>
          </a:p>
        </p:txBody>
      </p:sp>
      <p:grpSp>
        <p:nvGrpSpPr>
          <p:cNvPr id="8" name="Group 7">
            <a:extLst>
              <a:ext uri="{FF2B5EF4-FFF2-40B4-BE49-F238E27FC236}">
                <a16:creationId xmlns:a16="http://schemas.microsoft.com/office/drawing/2014/main" id="{D9C6B110-8CFD-11F7-0930-B42EC399E72E}"/>
              </a:ext>
            </a:extLst>
          </p:cNvPr>
          <p:cNvGrpSpPr/>
          <p:nvPr/>
        </p:nvGrpSpPr>
        <p:grpSpPr>
          <a:xfrm>
            <a:off x="1019908" y="2704318"/>
            <a:ext cx="4360984" cy="3978590"/>
            <a:chOff x="1019908" y="2600592"/>
            <a:chExt cx="4360984" cy="3776178"/>
          </a:xfrm>
        </p:grpSpPr>
        <p:sp>
          <p:nvSpPr>
            <p:cNvPr id="6" name="TextBox 5">
              <a:extLst>
                <a:ext uri="{FF2B5EF4-FFF2-40B4-BE49-F238E27FC236}">
                  <a16:creationId xmlns:a16="http://schemas.microsoft.com/office/drawing/2014/main" id="{3ADD2638-8CD7-BE5B-ED4C-5C138FF94B1E}"/>
                </a:ext>
              </a:extLst>
            </p:cNvPr>
            <p:cNvSpPr txBox="1"/>
            <p:nvPr/>
          </p:nvSpPr>
          <p:spPr>
            <a:xfrm>
              <a:off x="1019908" y="2600592"/>
              <a:ext cx="4360984" cy="817931"/>
            </a:xfrm>
            <a:prstGeom prst="rect">
              <a:avLst/>
            </a:prstGeom>
            <a:noFill/>
          </p:spPr>
          <p:txBody>
            <a:bodyPr wrap="square" rtlCol="0">
              <a:spAutoFit/>
            </a:bodyPr>
            <a:lstStyle/>
            <a:p>
              <a:r>
                <a:rPr lang="en-IN" sz="2400" dirty="0">
                  <a:latin typeface="Aptos Narrow" panose="020B0004020202020204" pitchFamily="34" charset="0"/>
                </a:rPr>
                <a:t>H1, H2, H3 Structure</a:t>
              </a:r>
            </a:p>
            <a:p>
              <a:endParaRPr lang="en-IN" sz="800" dirty="0">
                <a:latin typeface="Aptos Narrow" panose="020B0004020202020204" pitchFamily="34" charset="0"/>
              </a:endParaRPr>
            </a:p>
            <a:p>
              <a:endParaRPr lang="en-IN" dirty="0"/>
            </a:p>
          </p:txBody>
        </p:sp>
        <p:sp>
          <p:nvSpPr>
            <p:cNvPr id="2" name="Rectangle 1">
              <a:extLst>
                <a:ext uri="{FF2B5EF4-FFF2-40B4-BE49-F238E27FC236}">
                  <a16:creationId xmlns:a16="http://schemas.microsoft.com/office/drawing/2014/main" id="{627D8C2C-C160-CE85-0D35-B2C982585D8F}"/>
                </a:ext>
              </a:extLst>
            </p:cNvPr>
            <p:cNvSpPr/>
            <p:nvPr/>
          </p:nvSpPr>
          <p:spPr>
            <a:xfrm>
              <a:off x="1125411" y="3149584"/>
              <a:ext cx="3833447" cy="507830"/>
            </a:xfrm>
            <a:prstGeom prst="rect">
              <a:avLst/>
            </a:prstGeom>
            <a:solidFill>
              <a:schemeClr val="accent1">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US" dirty="0">
                  <a:solidFill>
                    <a:sysClr val="windowText" lastClr="000000"/>
                  </a:solidFill>
                </a:rPr>
                <a:t>Carry Your Style</a:t>
              </a:r>
              <a:endParaRPr lang="en-IN" dirty="0">
                <a:solidFill>
                  <a:sysClr val="windowText" lastClr="000000"/>
                </a:solidFill>
              </a:endParaRPr>
            </a:p>
          </p:txBody>
        </p:sp>
        <p:sp>
          <p:nvSpPr>
            <p:cNvPr id="3" name="Rectangle 2">
              <a:extLst>
                <a:ext uri="{FF2B5EF4-FFF2-40B4-BE49-F238E27FC236}">
                  <a16:creationId xmlns:a16="http://schemas.microsoft.com/office/drawing/2014/main" id="{743BA3C7-3545-F964-9A71-3DACA6B0C0B5}"/>
                </a:ext>
              </a:extLst>
            </p:cNvPr>
            <p:cNvSpPr/>
            <p:nvPr/>
          </p:nvSpPr>
          <p:spPr>
            <a:xfrm>
              <a:off x="1125411" y="3814014"/>
              <a:ext cx="3833447" cy="646331"/>
            </a:xfrm>
            <a:prstGeom prst="rect">
              <a:avLst/>
            </a:prstGeom>
            <a:solidFill>
              <a:schemeClr val="accent1">
                <a:lumMod val="40000"/>
                <a:lumOff val="6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IN" dirty="0">
                  <a:solidFill>
                    <a:schemeClr val="tx1"/>
                  </a:solidFill>
                </a:rPr>
                <a:t>Our School Bag Collection</a:t>
              </a:r>
            </a:p>
            <a:p>
              <a:pPr marL="285750" indent="-285750">
                <a:buFont typeface="Arial" panose="020B0604020202020204" pitchFamily="34" charset="0"/>
                <a:buChar char="•"/>
              </a:pPr>
              <a:r>
                <a:rPr lang="en-IN" dirty="0">
                  <a:solidFill>
                    <a:schemeClr val="tx1"/>
                  </a:solidFill>
                </a:rPr>
                <a:t>Customer Reviews</a:t>
              </a:r>
            </a:p>
          </p:txBody>
        </p:sp>
        <p:sp>
          <p:nvSpPr>
            <p:cNvPr id="10" name="TextBox 9">
              <a:extLst>
                <a:ext uri="{FF2B5EF4-FFF2-40B4-BE49-F238E27FC236}">
                  <a16:creationId xmlns:a16="http://schemas.microsoft.com/office/drawing/2014/main" id="{478A366C-9F65-EBF9-BC4C-BB801EDAEDE8}"/>
                </a:ext>
              </a:extLst>
            </p:cNvPr>
            <p:cNvSpPr txBox="1"/>
            <p:nvPr/>
          </p:nvSpPr>
          <p:spPr>
            <a:xfrm>
              <a:off x="1125412" y="4679386"/>
              <a:ext cx="3833447" cy="923330"/>
            </a:xfrm>
            <a:prstGeom prst="rect">
              <a:avLst/>
            </a:prstGeom>
            <a:solidFill>
              <a:schemeClr val="accent1">
                <a:lumMod val="40000"/>
                <a:lumOff val="60000"/>
              </a:schemeClr>
            </a:solidFill>
          </p:spPr>
          <p:txBody>
            <a:bodyPr wrap="square" rtlCol="0">
              <a:spAutoFit/>
            </a:bodyPr>
            <a:lstStyle/>
            <a:p>
              <a:pPr marL="285750" indent="-285750">
                <a:buFont typeface="Arial" panose="020B0604020202020204" pitchFamily="34" charset="0"/>
                <a:buChar char="•"/>
              </a:pPr>
              <a:r>
                <a:rPr lang="en-IN" dirty="0"/>
                <a:t>Lightweight Design</a:t>
              </a:r>
            </a:p>
            <a:p>
              <a:pPr marL="285750" indent="-285750">
                <a:buFont typeface="Arial" panose="020B0604020202020204" pitchFamily="34" charset="0"/>
                <a:buChar char="•"/>
              </a:pPr>
              <a:r>
                <a:rPr lang="en-IN" dirty="0"/>
                <a:t>Water-Resistant Material</a:t>
              </a:r>
            </a:p>
            <a:p>
              <a:pPr marL="285750" indent="-285750">
                <a:buFont typeface="Arial" panose="020B0604020202020204" pitchFamily="34" charset="0"/>
                <a:buChar char="•"/>
              </a:pPr>
              <a:r>
                <a:rPr lang="en-IN" dirty="0"/>
                <a:t>Comfortable Shoulder Straps</a:t>
              </a:r>
            </a:p>
          </p:txBody>
        </p:sp>
        <p:sp>
          <p:nvSpPr>
            <p:cNvPr id="12" name="TextBox 11">
              <a:extLst>
                <a:ext uri="{FF2B5EF4-FFF2-40B4-BE49-F238E27FC236}">
                  <a16:creationId xmlns:a16="http://schemas.microsoft.com/office/drawing/2014/main" id="{BD391492-1842-85E9-BB44-4802CBF15E35}"/>
                </a:ext>
              </a:extLst>
            </p:cNvPr>
            <p:cNvSpPr txBox="1"/>
            <p:nvPr/>
          </p:nvSpPr>
          <p:spPr>
            <a:xfrm>
              <a:off x="1072660" y="5638106"/>
              <a:ext cx="4132388"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Improves content readability </a:t>
              </a:r>
            </a:p>
            <a:p>
              <a:pPr marL="285750" indent="-285750">
                <a:buFont typeface="Arial" panose="020B0604020202020204" pitchFamily="34" charset="0"/>
                <a:buChar char="•"/>
              </a:pPr>
              <a:r>
                <a:rPr lang="en-US" sz="1400" dirty="0"/>
                <a:t>Helps search engines understand page hierarchy </a:t>
              </a:r>
            </a:p>
            <a:p>
              <a:pPr marL="285750" indent="-285750">
                <a:buFont typeface="Arial" panose="020B0604020202020204" pitchFamily="34" charset="0"/>
                <a:buChar char="•"/>
              </a:pPr>
              <a:r>
                <a:rPr lang="en-US" sz="1400" dirty="0"/>
                <a:t>Enhances SEO crawling and indexing</a:t>
              </a:r>
              <a:endParaRPr lang="en-IN" sz="1400" dirty="0"/>
            </a:p>
          </p:txBody>
        </p:sp>
      </p:grpSp>
      <p:cxnSp>
        <p:nvCxnSpPr>
          <p:cNvPr id="7" name="Straight Connector 6">
            <a:extLst>
              <a:ext uri="{FF2B5EF4-FFF2-40B4-BE49-F238E27FC236}">
                <a16:creationId xmlns:a16="http://schemas.microsoft.com/office/drawing/2014/main" id="{A11EC788-2789-C4D1-122E-B0B156E9832D}"/>
              </a:ext>
            </a:extLst>
          </p:cNvPr>
          <p:cNvCxnSpPr/>
          <p:nvPr/>
        </p:nvCxnSpPr>
        <p:spPr>
          <a:xfrm flipH="1">
            <a:off x="1072660" y="740779"/>
            <a:ext cx="3057606"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077BB54D-17EB-8A6A-15CD-2D40F38480E5}"/>
              </a:ext>
            </a:extLst>
          </p:cNvPr>
          <p:cNvCxnSpPr/>
          <p:nvPr/>
        </p:nvCxnSpPr>
        <p:spPr>
          <a:xfrm flipH="1">
            <a:off x="1125412" y="3174266"/>
            <a:ext cx="3057606" cy="0"/>
          </a:xfrm>
          <a:prstGeom prst="line">
            <a:avLst/>
          </a:prstGeom>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2D26036F-C800-AE4A-187D-B68826C0A67D}"/>
              </a:ext>
            </a:extLst>
          </p:cNvPr>
          <p:cNvPicPr>
            <a:picLocks noChangeAspect="1"/>
          </p:cNvPicPr>
          <p:nvPr/>
        </p:nvPicPr>
        <p:blipFill>
          <a:blip r:embed="rId2"/>
          <a:stretch>
            <a:fillRect/>
          </a:stretch>
        </p:blipFill>
        <p:spPr>
          <a:xfrm>
            <a:off x="5491223" y="868202"/>
            <a:ext cx="6700777" cy="4711342"/>
          </a:xfrm>
          <a:prstGeom prst="rect">
            <a:avLst/>
          </a:prstGeom>
        </p:spPr>
      </p:pic>
    </p:spTree>
    <p:extLst>
      <p:ext uri="{BB962C8B-B14F-4D97-AF65-F5344CB8AC3E}">
        <p14:creationId xmlns:p14="http://schemas.microsoft.com/office/powerpoint/2010/main" val="124667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575849-16B8-20ED-3CCD-3F8BCB5B8C20}"/>
              </a:ext>
            </a:extLst>
          </p:cNvPr>
          <p:cNvSpPr txBox="1"/>
          <p:nvPr/>
        </p:nvSpPr>
        <p:spPr>
          <a:xfrm>
            <a:off x="861646" y="518746"/>
            <a:ext cx="4334607" cy="2616101"/>
          </a:xfrm>
          <a:prstGeom prst="rect">
            <a:avLst/>
          </a:prstGeom>
          <a:noFill/>
        </p:spPr>
        <p:txBody>
          <a:bodyPr wrap="square" rtlCol="0">
            <a:spAutoFit/>
          </a:bodyPr>
          <a:lstStyle/>
          <a:p>
            <a:r>
              <a:rPr lang="en-IN" sz="2400" dirty="0">
                <a:latin typeface="Aptos Narrow" panose="020B0004020202020204" pitchFamily="34" charset="0"/>
              </a:rPr>
              <a:t>Semantic Tags &amp; Web Structure</a:t>
            </a:r>
          </a:p>
          <a:p>
            <a:pPr marL="342900" indent="-342900">
              <a:buAutoNum type="arabicPeriod" startAt="5"/>
            </a:pPr>
            <a:endParaRPr lang="en-IN" dirty="0"/>
          </a:p>
          <a:p>
            <a:pPr marL="342900" indent="-342900">
              <a:buAutoNum type="arabicPeriod" startAt="5"/>
            </a:pPr>
            <a:endParaRPr lang="en-IN" dirty="0"/>
          </a:p>
          <a:p>
            <a:endParaRPr lang="en-IN" dirty="0"/>
          </a:p>
          <a:p>
            <a:endParaRPr lang="en-IN" dirty="0"/>
          </a:p>
          <a:p>
            <a:endParaRPr lang="en-IN" dirty="0"/>
          </a:p>
          <a:p>
            <a:r>
              <a:rPr lang="en-IN" dirty="0"/>
              <a:t> </a:t>
            </a:r>
          </a:p>
          <a:p>
            <a:r>
              <a:rPr lang="en-US" sz="1600" dirty="0"/>
              <a:t>Semantic tags improve accessibility and SEO by clearly defining content structure.</a:t>
            </a:r>
            <a:endParaRPr lang="en-IN" sz="1600" dirty="0"/>
          </a:p>
        </p:txBody>
      </p:sp>
      <p:sp>
        <p:nvSpPr>
          <p:cNvPr id="5" name="TextBox 4">
            <a:extLst>
              <a:ext uri="{FF2B5EF4-FFF2-40B4-BE49-F238E27FC236}">
                <a16:creationId xmlns:a16="http://schemas.microsoft.com/office/drawing/2014/main" id="{61D9684E-5D20-52AD-98CF-96E7648455D1}"/>
              </a:ext>
            </a:extLst>
          </p:cNvPr>
          <p:cNvSpPr txBox="1"/>
          <p:nvPr/>
        </p:nvSpPr>
        <p:spPr>
          <a:xfrm>
            <a:off x="958362" y="1226631"/>
            <a:ext cx="3833447" cy="1200329"/>
          </a:xfrm>
          <a:prstGeom prst="rect">
            <a:avLst/>
          </a:prstGeom>
          <a:solidFill>
            <a:schemeClr val="accent1">
              <a:lumMod val="40000"/>
              <a:lumOff val="60000"/>
            </a:schemeClr>
          </a:solidFill>
        </p:spPr>
        <p:txBody>
          <a:bodyPr wrap="square" rtlCol="0">
            <a:spAutoFit/>
          </a:bodyPr>
          <a:lstStyle/>
          <a:p>
            <a:r>
              <a:rPr lang="fr-FR" dirty="0"/>
              <a:t>Header – Navigation &amp; logo</a:t>
            </a:r>
          </a:p>
          <a:p>
            <a:r>
              <a:rPr lang="fr-FR" dirty="0"/>
              <a:t>Main – Core content</a:t>
            </a:r>
          </a:p>
          <a:p>
            <a:r>
              <a:rPr lang="fr-FR" dirty="0"/>
              <a:t>Section – Destinations, stays</a:t>
            </a:r>
          </a:p>
          <a:p>
            <a:r>
              <a:rPr lang="fr-FR" dirty="0"/>
              <a:t>Footer – Links, policies</a:t>
            </a:r>
            <a:endParaRPr lang="en-IN" dirty="0"/>
          </a:p>
        </p:txBody>
      </p:sp>
      <p:sp>
        <p:nvSpPr>
          <p:cNvPr id="2" name="TextBox 1">
            <a:extLst>
              <a:ext uri="{FF2B5EF4-FFF2-40B4-BE49-F238E27FC236}">
                <a16:creationId xmlns:a16="http://schemas.microsoft.com/office/drawing/2014/main" id="{6017E191-5878-A22C-8905-080E76662578}"/>
              </a:ext>
            </a:extLst>
          </p:cNvPr>
          <p:cNvSpPr txBox="1"/>
          <p:nvPr/>
        </p:nvSpPr>
        <p:spPr>
          <a:xfrm>
            <a:off x="861646" y="3279648"/>
            <a:ext cx="5023104" cy="2031325"/>
          </a:xfrm>
          <a:prstGeom prst="rect">
            <a:avLst/>
          </a:prstGeom>
          <a:noFill/>
        </p:spPr>
        <p:txBody>
          <a:bodyPr wrap="square" rtlCol="0">
            <a:spAutoFit/>
          </a:bodyPr>
          <a:lstStyle/>
          <a:p>
            <a:r>
              <a:rPr lang="en-US" b="1" dirty="0"/>
              <a:t>Why Each Optimization Is Done ? </a:t>
            </a:r>
          </a:p>
          <a:p>
            <a:endParaRPr lang="en-US" b="1" dirty="0"/>
          </a:p>
          <a:p>
            <a:pPr marL="285750" indent="-285750">
              <a:buFont typeface="Arial" panose="020B0604020202020204" pitchFamily="34" charset="0"/>
              <a:buChar char="•"/>
            </a:pPr>
            <a:r>
              <a:rPr lang="en-US" dirty="0"/>
              <a:t>URL: Easy crawling and indexing </a:t>
            </a:r>
          </a:p>
          <a:p>
            <a:pPr marL="285750" indent="-285750">
              <a:buFont typeface="Arial" panose="020B0604020202020204" pitchFamily="34" charset="0"/>
              <a:buChar char="•"/>
            </a:pPr>
            <a:r>
              <a:rPr lang="en-US" dirty="0"/>
              <a:t>Title tag: Ranking &amp; visibility </a:t>
            </a:r>
          </a:p>
          <a:p>
            <a:pPr marL="285750" indent="-285750">
              <a:buFont typeface="Arial" panose="020B0604020202020204" pitchFamily="34" charset="0"/>
              <a:buChar char="•"/>
            </a:pPr>
            <a:r>
              <a:rPr lang="en-US" dirty="0"/>
              <a:t>Meta description: Higher CTR </a:t>
            </a:r>
          </a:p>
          <a:p>
            <a:pPr marL="285750" indent="-285750">
              <a:buFont typeface="Arial" panose="020B0604020202020204" pitchFamily="34" charset="0"/>
              <a:buChar char="•"/>
            </a:pPr>
            <a:r>
              <a:rPr lang="en-US" dirty="0"/>
              <a:t>Headings: Content clarity </a:t>
            </a:r>
          </a:p>
          <a:p>
            <a:pPr marL="285750" indent="-285750">
              <a:buFont typeface="Arial" panose="020B0604020202020204" pitchFamily="34" charset="0"/>
              <a:buChar char="•"/>
            </a:pPr>
            <a:r>
              <a:rPr lang="en-US" dirty="0"/>
              <a:t>Semantic tags: Better user experience &amp; SEO</a:t>
            </a:r>
            <a:endParaRPr lang="en-IN" dirty="0"/>
          </a:p>
        </p:txBody>
      </p:sp>
      <p:cxnSp>
        <p:nvCxnSpPr>
          <p:cNvPr id="3" name="Straight Connector 2">
            <a:extLst>
              <a:ext uri="{FF2B5EF4-FFF2-40B4-BE49-F238E27FC236}">
                <a16:creationId xmlns:a16="http://schemas.microsoft.com/office/drawing/2014/main" id="{7ACCAD7A-21ED-1487-3FD9-92AFC14D9F18}"/>
              </a:ext>
            </a:extLst>
          </p:cNvPr>
          <p:cNvCxnSpPr>
            <a:cxnSpLocks/>
          </p:cNvCxnSpPr>
          <p:nvPr/>
        </p:nvCxnSpPr>
        <p:spPr>
          <a:xfrm flipH="1">
            <a:off x="958362" y="1044524"/>
            <a:ext cx="3833447"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0634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D7BD95-513F-1514-BE5D-FF673322F1C2}"/>
              </a:ext>
            </a:extLst>
          </p:cNvPr>
          <p:cNvSpPr txBox="1"/>
          <p:nvPr/>
        </p:nvSpPr>
        <p:spPr>
          <a:xfrm>
            <a:off x="738909" y="443345"/>
            <a:ext cx="2844800" cy="923330"/>
          </a:xfrm>
          <a:prstGeom prst="rect">
            <a:avLst/>
          </a:prstGeom>
          <a:noFill/>
        </p:spPr>
        <p:txBody>
          <a:bodyPr wrap="square" rtlCol="0">
            <a:spAutoFit/>
          </a:bodyPr>
          <a:lstStyle/>
          <a:p>
            <a:r>
              <a:rPr lang="en-IN" dirty="0">
                <a:latin typeface="Arial Rounded MT Bold" panose="020F0704030504030204" pitchFamily="34" charset="0"/>
              </a:rPr>
              <a:t>OFF-PAGE SEARCH ENGINE OPTIMIZATION</a:t>
            </a:r>
          </a:p>
          <a:p>
            <a:endParaRPr lang="en-IN" dirty="0"/>
          </a:p>
        </p:txBody>
      </p:sp>
      <p:cxnSp>
        <p:nvCxnSpPr>
          <p:cNvPr id="5" name="Straight Connector 4">
            <a:extLst>
              <a:ext uri="{FF2B5EF4-FFF2-40B4-BE49-F238E27FC236}">
                <a16:creationId xmlns:a16="http://schemas.microsoft.com/office/drawing/2014/main" id="{4A655E00-8FB4-A763-B7A8-16572BEB56D7}"/>
              </a:ext>
            </a:extLst>
          </p:cNvPr>
          <p:cNvCxnSpPr/>
          <p:nvPr/>
        </p:nvCxnSpPr>
        <p:spPr>
          <a:xfrm flipH="1">
            <a:off x="738909" y="1263419"/>
            <a:ext cx="4241214" cy="0"/>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F721D15B-1DAC-54E5-07A6-EDB881D5F741}"/>
              </a:ext>
            </a:extLst>
          </p:cNvPr>
          <p:cNvSpPr txBox="1"/>
          <p:nvPr/>
        </p:nvSpPr>
        <p:spPr>
          <a:xfrm>
            <a:off x="877455" y="1588655"/>
            <a:ext cx="2493818" cy="1477328"/>
          </a:xfrm>
          <a:prstGeom prst="rect">
            <a:avLst/>
          </a:prstGeom>
          <a:noFill/>
        </p:spPr>
        <p:txBody>
          <a:bodyPr wrap="square" rtlCol="0">
            <a:spAutoFit/>
          </a:bodyPr>
          <a:lstStyle/>
          <a:p>
            <a:pPr marL="285750" lvl="0" indent="-285750">
              <a:buFont typeface="Arial" panose="020B0604020202020204" pitchFamily="34" charset="0"/>
              <a:buChar char="•"/>
            </a:pPr>
            <a:r>
              <a:rPr lang="en-IN" dirty="0"/>
              <a:t>External Optimization </a:t>
            </a:r>
          </a:p>
          <a:p>
            <a:pPr marL="285750" lvl="0" indent="-285750">
              <a:buFont typeface="Arial" panose="020B0604020202020204" pitchFamily="34" charset="0"/>
              <a:buChar char="•"/>
            </a:pPr>
            <a:r>
              <a:rPr lang="en-IN" dirty="0"/>
              <a:t>Website Promotion </a:t>
            </a:r>
          </a:p>
          <a:p>
            <a:pPr marL="285750" lvl="0" indent="-285750">
              <a:buFont typeface="Arial" panose="020B0604020202020204" pitchFamily="34" charset="0"/>
              <a:buChar char="•"/>
            </a:pPr>
            <a:r>
              <a:rPr lang="en-IN" dirty="0"/>
              <a:t>Backlink Building </a:t>
            </a:r>
          </a:p>
          <a:p>
            <a:pPr marL="285750" lvl="0" indent="-285750">
              <a:buFont typeface="Arial" panose="020B0604020202020204" pitchFamily="34" charset="0"/>
              <a:buChar char="•"/>
            </a:pPr>
            <a:r>
              <a:rPr lang="en-IN"/>
              <a:t>Brand Authority</a:t>
            </a:r>
          </a:p>
          <a:p>
            <a:endParaRPr lang="en-IN"/>
          </a:p>
        </p:txBody>
      </p:sp>
      <p:sp>
        <p:nvSpPr>
          <p:cNvPr id="3" name="TextBox 2">
            <a:extLst>
              <a:ext uri="{FF2B5EF4-FFF2-40B4-BE49-F238E27FC236}">
                <a16:creationId xmlns:a16="http://schemas.microsoft.com/office/drawing/2014/main" id="{EB03DB95-5F82-E379-DEBF-F1FCAB8452F4}"/>
              </a:ext>
            </a:extLst>
          </p:cNvPr>
          <p:cNvSpPr txBox="1"/>
          <p:nvPr/>
        </p:nvSpPr>
        <p:spPr>
          <a:xfrm>
            <a:off x="738909" y="3298806"/>
            <a:ext cx="6097656" cy="369332"/>
          </a:xfrm>
          <a:prstGeom prst="rect">
            <a:avLst/>
          </a:prstGeom>
          <a:noFill/>
        </p:spPr>
        <p:txBody>
          <a:bodyPr wrap="square">
            <a:spAutoFit/>
          </a:bodyPr>
          <a:lstStyle/>
          <a:p>
            <a:r>
              <a:rPr lang="en-US" sz="1800" dirty="0">
                <a:latin typeface="Arial Rounded MT Bold" panose="020F0704030504030204" pitchFamily="34" charset="0"/>
              </a:rPr>
              <a:t>BACK LINKING </a:t>
            </a:r>
            <a:endParaRPr lang="en-IN" sz="1800" dirty="0">
              <a:latin typeface="Arial Rounded MT Bold" panose="020F0704030504030204" pitchFamily="34" charset="0"/>
            </a:endParaRPr>
          </a:p>
        </p:txBody>
      </p:sp>
      <p:cxnSp>
        <p:nvCxnSpPr>
          <p:cNvPr id="7" name="Straight Connector 6">
            <a:extLst>
              <a:ext uri="{FF2B5EF4-FFF2-40B4-BE49-F238E27FC236}">
                <a16:creationId xmlns:a16="http://schemas.microsoft.com/office/drawing/2014/main" id="{550277E7-A55A-AF1D-0B91-95FCC742B97B}"/>
              </a:ext>
            </a:extLst>
          </p:cNvPr>
          <p:cNvCxnSpPr/>
          <p:nvPr/>
        </p:nvCxnSpPr>
        <p:spPr>
          <a:xfrm flipH="1">
            <a:off x="738909" y="3771393"/>
            <a:ext cx="4241214" cy="0"/>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A3CABD4-A766-3A31-C8F7-F7E89098562B}"/>
              </a:ext>
            </a:extLst>
          </p:cNvPr>
          <p:cNvSpPr txBox="1"/>
          <p:nvPr/>
        </p:nvSpPr>
        <p:spPr>
          <a:xfrm>
            <a:off x="738909" y="3935241"/>
            <a:ext cx="6097656" cy="923330"/>
          </a:xfrm>
          <a:prstGeom prst="rect">
            <a:avLst/>
          </a:prstGeom>
          <a:noFill/>
        </p:spPr>
        <p:txBody>
          <a:bodyPr wrap="square">
            <a:spAutoFit/>
          </a:bodyPr>
          <a:lstStyle/>
          <a:p>
            <a:pPr algn="just"/>
            <a:r>
              <a:rPr lang="en-IN" sz="1800" b="1" dirty="0"/>
              <a:t>Backlinking</a:t>
            </a:r>
            <a:r>
              <a:rPr lang="en-IN" sz="1800" dirty="0"/>
              <a:t> is the process of getting links from other websites to your website to improve SEO, authority, and search engine rankings</a:t>
            </a:r>
          </a:p>
        </p:txBody>
      </p:sp>
      <p:sp>
        <p:nvSpPr>
          <p:cNvPr id="13" name="TextBox 12">
            <a:extLst>
              <a:ext uri="{FF2B5EF4-FFF2-40B4-BE49-F238E27FC236}">
                <a16:creationId xmlns:a16="http://schemas.microsoft.com/office/drawing/2014/main" id="{5757AE96-43AB-7C8E-8DDD-6E376EDDCD9D}"/>
              </a:ext>
            </a:extLst>
          </p:cNvPr>
          <p:cNvSpPr txBox="1"/>
          <p:nvPr/>
        </p:nvSpPr>
        <p:spPr>
          <a:xfrm>
            <a:off x="738909" y="4858571"/>
            <a:ext cx="6097656" cy="1200329"/>
          </a:xfrm>
          <a:prstGeom prst="rect">
            <a:avLst/>
          </a:prstGeom>
          <a:noFill/>
        </p:spPr>
        <p:txBody>
          <a:bodyPr wrap="square">
            <a:spAutoFit/>
          </a:bodyPr>
          <a:lstStyle/>
          <a:p>
            <a:pPr marL="285750" lvl="0" indent="-285750">
              <a:buFont typeface="Arial" panose="020B0604020202020204" pitchFamily="34" charset="0"/>
              <a:buChar char="•"/>
            </a:pPr>
            <a:r>
              <a:rPr lang="en-IN" sz="1800" dirty="0"/>
              <a:t>Higher Rankings </a:t>
            </a:r>
          </a:p>
          <a:p>
            <a:pPr marL="285750" lvl="0" indent="-285750">
              <a:buFont typeface="Arial" panose="020B0604020202020204" pitchFamily="34" charset="0"/>
              <a:buChar char="•"/>
            </a:pPr>
            <a:r>
              <a:rPr lang="en-IN" sz="1800" dirty="0"/>
              <a:t>Increased Traffic </a:t>
            </a:r>
          </a:p>
          <a:p>
            <a:pPr marL="285750" lvl="0" indent="-285750">
              <a:buFont typeface="Arial" panose="020B0604020202020204" pitchFamily="34" charset="0"/>
              <a:buChar char="•"/>
            </a:pPr>
            <a:r>
              <a:rPr lang="en-IN" sz="1800" dirty="0"/>
              <a:t>Better Authority </a:t>
            </a:r>
          </a:p>
          <a:p>
            <a:pPr marL="285750" lvl="0" indent="-285750">
              <a:buFont typeface="Arial" panose="020B0604020202020204" pitchFamily="34" charset="0"/>
              <a:buChar char="•"/>
            </a:pPr>
            <a:r>
              <a:rPr lang="en-IN" sz="1800" dirty="0"/>
              <a:t>Faster Indexing</a:t>
            </a:r>
          </a:p>
        </p:txBody>
      </p:sp>
      <p:pic>
        <p:nvPicPr>
          <p:cNvPr id="14" name="Picture 13">
            <a:extLst>
              <a:ext uri="{FF2B5EF4-FFF2-40B4-BE49-F238E27FC236}">
                <a16:creationId xmlns:a16="http://schemas.microsoft.com/office/drawing/2014/main" id="{73020C9A-FEBD-1766-4367-E069E15A5D3D}"/>
              </a:ext>
            </a:extLst>
          </p:cNvPr>
          <p:cNvPicPr>
            <a:picLocks noChangeAspect="1"/>
          </p:cNvPicPr>
          <p:nvPr/>
        </p:nvPicPr>
        <p:blipFill>
          <a:blip r:embed="rId2"/>
          <a:stretch>
            <a:fillRect/>
          </a:stretch>
        </p:blipFill>
        <p:spPr>
          <a:xfrm>
            <a:off x="6836565" y="-4098"/>
            <a:ext cx="5559921" cy="6866819"/>
          </a:xfrm>
          <a:prstGeom prst="rect">
            <a:avLst/>
          </a:prstGeom>
        </p:spPr>
      </p:pic>
    </p:spTree>
    <p:extLst>
      <p:ext uri="{BB962C8B-B14F-4D97-AF65-F5344CB8AC3E}">
        <p14:creationId xmlns:p14="http://schemas.microsoft.com/office/powerpoint/2010/main" val="169405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CD4FD5-7CA0-CE58-A104-20C50941A9AF}"/>
              </a:ext>
            </a:extLst>
          </p:cNvPr>
          <p:cNvSpPr txBox="1"/>
          <p:nvPr/>
        </p:nvSpPr>
        <p:spPr>
          <a:xfrm>
            <a:off x="683314" y="630343"/>
            <a:ext cx="6097656" cy="369332"/>
          </a:xfrm>
          <a:prstGeom prst="rect">
            <a:avLst/>
          </a:prstGeom>
          <a:noFill/>
        </p:spPr>
        <p:txBody>
          <a:bodyPr wrap="square">
            <a:spAutoFit/>
          </a:bodyPr>
          <a:lstStyle/>
          <a:p>
            <a:r>
              <a:rPr lang="en-US" sz="1800" b="1" dirty="0"/>
              <a:t>GUEST POSTING </a:t>
            </a:r>
            <a:endParaRPr lang="en-IN" sz="1800" b="1" dirty="0"/>
          </a:p>
        </p:txBody>
      </p:sp>
      <p:cxnSp>
        <p:nvCxnSpPr>
          <p:cNvPr id="6" name="Straight Connector 5">
            <a:extLst>
              <a:ext uri="{FF2B5EF4-FFF2-40B4-BE49-F238E27FC236}">
                <a16:creationId xmlns:a16="http://schemas.microsoft.com/office/drawing/2014/main" id="{8EF7561C-47CD-4059-8A1F-DCCF2FC5C0A3}"/>
              </a:ext>
            </a:extLst>
          </p:cNvPr>
          <p:cNvCxnSpPr/>
          <p:nvPr/>
        </p:nvCxnSpPr>
        <p:spPr>
          <a:xfrm flipH="1">
            <a:off x="683314" y="1124271"/>
            <a:ext cx="4241214" cy="0"/>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A3438E0A-A6E9-8FBE-B984-208AAA9ED908}"/>
              </a:ext>
            </a:extLst>
          </p:cNvPr>
          <p:cNvSpPr txBox="1"/>
          <p:nvPr/>
        </p:nvSpPr>
        <p:spPr>
          <a:xfrm>
            <a:off x="683314" y="1248868"/>
            <a:ext cx="6097656" cy="646331"/>
          </a:xfrm>
          <a:prstGeom prst="rect">
            <a:avLst/>
          </a:prstGeom>
          <a:noFill/>
        </p:spPr>
        <p:txBody>
          <a:bodyPr wrap="square">
            <a:spAutoFit/>
          </a:bodyPr>
          <a:lstStyle/>
          <a:p>
            <a:r>
              <a:rPr lang="en-IN" sz="1800" dirty="0"/>
              <a:t>Writing and publishing content on another website or blog to gain exposure, build backlinks, and improve SEO</a:t>
            </a:r>
          </a:p>
        </p:txBody>
      </p:sp>
      <p:sp>
        <p:nvSpPr>
          <p:cNvPr id="11" name="TextBox 10">
            <a:extLst>
              <a:ext uri="{FF2B5EF4-FFF2-40B4-BE49-F238E27FC236}">
                <a16:creationId xmlns:a16="http://schemas.microsoft.com/office/drawing/2014/main" id="{7ADC1DE5-B002-7B27-90DA-3B9A3AA05B6A}"/>
              </a:ext>
            </a:extLst>
          </p:cNvPr>
          <p:cNvSpPr txBox="1"/>
          <p:nvPr/>
        </p:nvSpPr>
        <p:spPr>
          <a:xfrm>
            <a:off x="683314" y="2926931"/>
            <a:ext cx="6097656" cy="369332"/>
          </a:xfrm>
          <a:prstGeom prst="rect">
            <a:avLst/>
          </a:prstGeom>
          <a:noFill/>
        </p:spPr>
        <p:txBody>
          <a:bodyPr wrap="square">
            <a:spAutoFit/>
          </a:bodyPr>
          <a:lstStyle/>
          <a:p>
            <a:r>
              <a:rPr lang="en-US" b="1" dirty="0"/>
              <a:t>SOCIAL MEDIA MARKETING </a:t>
            </a:r>
            <a:endParaRPr lang="en-IN" b="1" dirty="0"/>
          </a:p>
        </p:txBody>
      </p:sp>
      <p:cxnSp>
        <p:nvCxnSpPr>
          <p:cNvPr id="12" name="Straight Connector 11">
            <a:extLst>
              <a:ext uri="{FF2B5EF4-FFF2-40B4-BE49-F238E27FC236}">
                <a16:creationId xmlns:a16="http://schemas.microsoft.com/office/drawing/2014/main" id="{02EA0814-0817-0D2B-29A4-D0663BD4CFE8}"/>
              </a:ext>
            </a:extLst>
          </p:cNvPr>
          <p:cNvCxnSpPr/>
          <p:nvPr/>
        </p:nvCxnSpPr>
        <p:spPr>
          <a:xfrm flipH="1">
            <a:off x="683314" y="3429000"/>
            <a:ext cx="4241214" cy="0"/>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2A3D75DB-3B0B-727C-A88D-40FEA1F941A0}"/>
              </a:ext>
            </a:extLst>
          </p:cNvPr>
          <p:cNvSpPr txBox="1"/>
          <p:nvPr/>
        </p:nvSpPr>
        <p:spPr>
          <a:xfrm>
            <a:off x="683314" y="3561738"/>
            <a:ext cx="6097656" cy="923330"/>
          </a:xfrm>
          <a:prstGeom prst="rect">
            <a:avLst/>
          </a:prstGeom>
          <a:noFill/>
        </p:spPr>
        <p:txBody>
          <a:bodyPr wrap="square">
            <a:spAutoFit/>
          </a:bodyPr>
          <a:lstStyle/>
          <a:p>
            <a:pPr algn="just"/>
            <a:r>
              <a:rPr lang="en-IN" sz="1800" dirty="0"/>
              <a:t>Social Media Marketing is the process of promoting a business, brand, product, or service through social media platforms to increase brand awareness, engagement, and sales</a:t>
            </a:r>
          </a:p>
        </p:txBody>
      </p:sp>
    </p:spTree>
    <p:extLst>
      <p:ext uri="{BB962C8B-B14F-4D97-AF65-F5344CB8AC3E}">
        <p14:creationId xmlns:p14="http://schemas.microsoft.com/office/powerpoint/2010/main" val="1123862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327EF0AE-70FA-30CD-779B-D253C05505CC}"/>
              </a:ext>
            </a:extLst>
          </p:cNvPr>
          <p:cNvGraphicFramePr/>
          <p:nvPr>
            <p:extLst>
              <p:ext uri="{D42A27DB-BD31-4B8C-83A1-F6EECF244321}">
                <p14:modId xmlns:p14="http://schemas.microsoft.com/office/powerpoint/2010/main" val="186454919"/>
              </p:ext>
            </p:extLst>
          </p:nvPr>
        </p:nvGraphicFramePr>
        <p:xfrm>
          <a:off x="740780" y="1678328"/>
          <a:ext cx="3796496" cy="451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Straight Connector 6">
            <a:extLst>
              <a:ext uri="{FF2B5EF4-FFF2-40B4-BE49-F238E27FC236}">
                <a16:creationId xmlns:a16="http://schemas.microsoft.com/office/drawing/2014/main" id="{16E924E1-B4BE-723C-209D-A0B00F144396}"/>
              </a:ext>
            </a:extLst>
          </p:cNvPr>
          <p:cNvCxnSpPr/>
          <p:nvPr/>
        </p:nvCxnSpPr>
        <p:spPr>
          <a:xfrm flipH="1">
            <a:off x="451412" y="1412111"/>
            <a:ext cx="4572000" cy="0"/>
          </a:xfrm>
          <a:prstGeom prst="line">
            <a:avLst/>
          </a:prstGeom>
          <a:ln w="12700"/>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FA0BC114-CCAC-B1AA-8082-B885B34C8E6D}"/>
              </a:ext>
            </a:extLst>
          </p:cNvPr>
          <p:cNvSpPr txBox="1"/>
          <p:nvPr/>
        </p:nvSpPr>
        <p:spPr>
          <a:xfrm>
            <a:off x="578734" y="803657"/>
            <a:ext cx="4294208" cy="861774"/>
          </a:xfrm>
          <a:prstGeom prst="rect">
            <a:avLst/>
          </a:prstGeom>
          <a:noFill/>
        </p:spPr>
        <p:txBody>
          <a:bodyPr wrap="square" rtlCol="0">
            <a:spAutoFit/>
          </a:bodyPr>
          <a:lstStyle/>
          <a:p>
            <a:pPr algn="ctr"/>
            <a:r>
              <a:rPr lang="en-US" sz="3200" b="1" dirty="0">
                <a:latin typeface="Aptos Narrow" panose="020B0004020202020204" pitchFamily="34" charset="0"/>
              </a:rPr>
              <a:t>TECHNICAL SEO</a:t>
            </a:r>
            <a:endParaRPr lang="en-IN" sz="3200" b="1" dirty="0">
              <a:latin typeface="Aptos Narrow" panose="020B0004020202020204" pitchFamily="34" charset="0"/>
            </a:endParaRPr>
          </a:p>
          <a:p>
            <a:endParaRPr lang="en-IN" dirty="0">
              <a:latin typeface="Arial Rounded MT Bold" panose="020F0704030504030204" pitchFamily="34" charset="0"/>
            </a:endParaRPr>
          </a:p>
        </p:txBody>
      </p:sp>
      <p:pic>
        <p:nvPicPr>
          <p:cNvPr id="10" name="Picture 9">
            <a:extLst>
              <a:ext uri="{FF2B5EF4-FFF2-40B4-BE49-F238E27FC236}">
                <a16:creationId xmlns:a16="http://schemas.microsoft.com/office/drawing/2014/main" id="{E677D9FC-C203-A55F-C68D-43465E651B48}"/>
              </a:ext>
            </a:extLst>
          </p:cNvPr>
          <p:cNvPicPr>
            <a:picLocks noChangeAspect="1"/>
          </p:cNvPicPr>
          <p:nvPr/>
        </p:nvPicPr>
        <p:blipFill>
          <a:blip r:embed="rId7"/>
          <a:stretch>
            <a:fillRect/>
          </a:stretch>
        </p:blipFill>
        <p:spPr>
          <a:xfrm>
            <a:off x="740780" y="2611933"/>
            <a:ext cx="7729409" cy="3707835"/>
          </a:xfrm>
          <a:prstGeom prst="rect">
            <a:avLst/>
          </a:prstGeom>
        </p:spPr>
      </p:pic>
    </p:spTree>
    <p:extLst>
      <p:ext uri="{BB962C8B-B14F-4D97-AF65-F5344CB8AC3E}">
        <p14:creationId xmlns:p14="http://schemas.microsoft.com/office/powerpoint/2010/main" val="817655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B3040-86CB-41DE-6DC2-51D96702C7B7}"/>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952E8E9D-1818-62CB-1CAD-80BA14C27781}"/>
              </a:ext>
            </a:extLst>
          </p:cNvPr>
          <p:cNvGraphicFramePr/>
          <p:nvPr>
            <p:extLst>
              <p:ext uri="{D42A27DB-BD31-4B8C-83A1-F6EECF244321}">
                <p14:modId xmlns:p14="http://schemas.microsoft.com/office/powerpoint/2010/main" val="1151262816"/>
              </p:ext>
            </p:extLst>
          </p:nvPr>
        </p:nvGraphicFramePr>
        <p:xfrm>
          <a:off x="740780" y="1678328"/>
          <a:ext cx="3796496" cy="451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Straight Connector 6">
            <a:extLst>
              <a:ext uri="{FF2B5EF4-FFF2-40B4-BE49-F238E27FC236}">
                <a16:creationId xmlns:a16="http://schemas.microsoft.com/office/drawing/2014/main" id="{391DABA6-B452-DE6E-693F-E78AE9F016F9}"/>
              </a:ext>
            </a:extLst>
          </p:cNvPr>
          <p:cNvCxnSpPr/>
          <p:nvPr/>
        </p:nvCxnSpPr>
        <p:spPr>
          <a:xfrm flipH="1">
            <a:off x="451412" y="1412111"/>
            <a:ext cx="4572000" cy="0"/>
          </a:xfrm>
          <a:prstGeom prst="line">
            <a:avLst/>
          </a:prstGeom>
          <a:ln w="12700"/>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D2D8A80-50F1-DC46-118F-9AD97C70954A}"/>
              </a:ext>
            </a:extLst>
          </p:cNvPr>
          <p:cNvSpPr txBox="1"/>
          <p:nvPr/>
        </p:nvSpPr>
        <p:spPr>
          <a:xfrm>
            <a:off x="578734" y="803657"/>
            <a:ext cx="4294208" cy="861774"/>
          </a:xfrm>
          <a:prstGeom prst="rect">
            <a:avLst/>
          </a:prstGeom>
          <a:noFill/>
        </p:spPr>
        <p:txBody>
          <a:bodyPr wrap="square" rtlCol="0">
            <a:spAutoFit/>
          </a:bodyPr>
          <a:lstStyle/>
          <a:p>
            <a:pPr algn="ctr"/>
            <a:r>
              <a:rPr lang="en-US" sz="3200" b="1" dirty="0">
                <a:latin typeface="Aptos Narrow" panose="020B0004020202020204" pitchFamily="34" charset="0"/>
              </a:rPr>
              <a:t>TECHNICAL SEO</a:t>
            </a:r>
            <a:endParaRPr lang="en-IN" sz="3200" b="1" dirty="0">
              <a:latin typeface="Aptos Narrow" panose="020B0004020202020204" pitchFamily="34" charset="0"/>
            </a:endParaRPr>
          </a:p>
          <a:p>
            <a:endParaRPr lang="en-IN" dirty="0">
              <a:latin typeface="Arial Rounded MT Bold" panose="020F0704030504030204" pitchFamily="34" charset="0"/>
            </a:endParaRPr>
          </a:p>
        </p:txBody>
      </p:sp>
      <p:pic>
        <p:nvPicPr>
          <p:cNvPr id="3" name="Picture 2">
            <a:extLst>
              <a:ext uri="{FF2B5EF4-FFF2-40B4-BE49-F238E27FC236}">
                <a16:creationId xmlns:a16="http://schemas.microsoft.com/office/drawing/2014/main" id="{BDD7ED80-9192-D55A-3842-B496180E78E4}"/>
              </a:ext>
            </a:extLst>
          </p:cNvPr>
          <p:cNvPicPr>
            <a:picLocks noChangeAspect="1"/>
          </p:cNvPicPr>
          <p:nvPr/>
        </p:nvPicPr>
        <p:blipFill>
          <a:blip r:embed="rId7"/>
          <a:stretch>
            <a:fillRect/>
          </a:stretch>
        </p:blipFill>
        <p:spPr>
          <a:xfrm>
            <a:off x="741393" y="2971760"/>
            <a:ext cx="7050204" cy="1901178"/>
          </a:xfrm>
          <a:prstGeom prst="rect">
            <a:avLst/>
          </a:prstGeom>
        </p:spPr>
      </p:pic>
    </p:spTree>
    <p:extLst>
      <p:ext uri="{BB962C8B-B14F-4D97-AF65-F5344CB8AC3E}">
        <p14:creationId xmlns:p14="http://schemas.microsoft.com/office/powerpoint/2010/main" val="3473557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966E2C-3DA2-0518-F631-D0DBACB1A984}"/>
              </a:ext>
            </a:extLst>
          </p:cNvPr>
          <p:cNvSpPr txBox="1"/>
          <p:nvPr/>
        </p:nvSpPr>
        <p:spPr>
          <a:xfrm>
            <a:off x="752888" y="640281"/>
            <a:ext cx="6512615" cy="461665"/>
          </a:xfrm>
          <a:prstGeom prst="rect">
            <a:avLst/>
          </a:prstGeom>
          <a:noFill/>
        </p:spPr>
        <p:txBody>
          <a:bodyPr wrap="square">
            <a:spAutoFit/>
          </a:bodyPr>
          <a:lstStyle/>
          <a:p>
            <a:r>
              <a:rPr lang="en-IN" sz="2400" dirty="0">
                <a:latin typeface="Arial Rounded MT Bold" panose="020F0704030504030204" pitchFamily="34" charset="0"/>
              </a:rPr>
              <a:t>CONCLUSION</a:t>
            </a:r>
          </a:p>
        </p:txBody>
      </p:sp>
      <p:sp>
        <p:nvSpPr>
          <p:cNvPr id="9" name="TextBox 8">
            <a:extLst>
              <a:ext uri="{FF2B5EF4-FFF2-40B4-BE49-F238E27FC236}">
                <a16:creationId xmlns:a16="http://schemas.microsoft.com/office/drawing/2014/main" id="{D89D801F-9ED6-727A-2D1C-8DB1AA01151F}"/>
              </a:ext>
            </a:extLst>
          </p:cNvPr>
          <p:cNvSpPr txBox="1"/>
          <p:nvPr/>
        </p:nvSpPr>
        <p:spPr>
          <a:xfrm>
            <a:off x="752888" y="1582340"/>
            <a:ext cx="6097656" cy="3693319"/>
          </a:xfrm>
          <a:prstGeom prst="rect">
            <a:avLst/>
          </a:prstGeom>
          <a:noFill/>
        </p:spPr>
        <p:txBody>
          <a:bodyPr wrap="square">
            <a:spAutoFit/>
          </a:bodyPr>
          <a:lstStyle/>
          <a:p>
            <a:pPr>
              <a:buNone/>
            </a:pPr>
            <a:r>
              <a:rPr lang="en-US" dirty="0"/>
              <a:t>Search Engine Optimization (SEO) is an essential part of building a successful online presence. Through proper keyword research, optimized content, SEO-friendly website structure, and effective metadata, a website can achieve better visibility on search engines.</a:t>
            </a:r>
          </a:p>
          <a:p>
            <a:pPr>
              <a:buNone/>
            </a:pPr>
            <a:r>
              <a:rPr lang="en-US" dirty="0"/>
              <a:t>This project helped us understand how SEO improves organic traffic, user experience, and search rankings. Implementing these techniques for </a:t>
            </a:r>
            <a:r>
              <a:rPr lang="en-US" b="1" dirty="0"/>
              <a:t>Orbit</a:t>
            </a:r>
            <a:r>
              <a:rPr lang="en-US" dirty="0"/>
              <a:t> demonstrates how a well-optimized website can reach the right audience and build a stronger digital presence.</a:t>
            </a:r>
          </a:p>
          <a:p>
            <a:pPr>
              <a:buNone/>
            </a:pPr>
            <a:r>
              <a:rPr lang="en-US" dirty="0"/>
              <a:t>Overall, SEO is a continuous process that requires regular analysis, updates, and improvement to achieve long-term results.</a:t>
            </a:r>
          </a:p>
        </p:txBody>
      </p:sp>
      <p:cxnSp>
        <p:nvCxnSpPr>
          <p:cNvPr id="10" name="Straight Connector 9">
            <a:extLst>
              <a:ext uri="{FF2B5EF4-FFF2-40B4-BE49-F238E27FC236}">
                <a16:creationId xmlns:a16="http://schemas.microsoft.com/office/drawing/2014/main" id="{D89B1DAF-62EB-831D-5BAB-D5B96F5E17D1}"/>
              </a:ext>
            </a:extLst>
          </p:cNvPr>
          <p:cNvCxnSpPr/>
          <p:nvPr/>
        </p:nvCxnSpPr>
        <p:spPr>
          <a:xfrm flipH="1">
            <a:off x="832401" y="1273358"/>
            <a:ext cx="4241214" cy="0"/>
          </a:xfrm>
          <a:prstGeom prst="line">
            <a:avLst/>
          </a:prstGeom>
        </p:spPr>
        <p:style>
          <a:lnRef idx="1">
            <a:schemeClr val="dk1"/>
          </a:lnRef>
          <a:fillRef idx="0">
            <a:schemeClr val="dk1"/>
          </a:fillRef>
          <a:effectRef idx="0">
            <a:schemeClr val="dk1"/>
          </a:effectRef>
          <a:fontRef idx="minor">
            <a:schemeClr val="tx1"/>
          </a:fontRef>
        </p:style>
      </p:cxnSp>
      <p:pic>
        <p:nvPicPr>
          <p:cNvPr id="12" name="Picture 11">
            <a:extLst>
              <a:ext uri="{FF2B5EF4-FFF2-40B4-BE49-F238E27FC236}">
                <a16:creationId xmlns:a16="http://schemas.microsoft.com/office/drawing/2014/main" id="{C37EC84A-5521-D9E6-EC7B-0B298E1E0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796" y="335146"/>
            <a:ext cx="2651084" cy="2263696"/>
          </a:xfrm>
          <a:prstGeom prst="rect">
            <a:avLst/>
          </a:prstGeom>
        </p:spPr>
      </p:pic>
      <p:pic>
        <p:nvPicPr>
          <p:cNvPr id="14" name="Picture 13">
            <a:extLst>
              <a:ext uri="{FF2B5EF4-FFF2-40B4-BE49-F238E27FC236}">
                <a16:creationId xmlns:a16="http://schemas.microsoft.com/office/drawing/2014/main" id="{A384CFDE-BDBB-705F-5E1F-928480147F7B}"/>
              </a:ext>
            </a:extLst>
          </p:cNvPr>
          <p:cNvPicPr>
            <a:picLocks noChangeAspect="1"/>
          </p:cNvPicPr>
          <p:nvPr/>
        </p:nvPicPr>
        <p:blipFill>
          <a:blip r:embed="rId3">
            <a:extLst>
              <a:ext uri="{28A0092B-C50C-407E-A947-70E740481C1C}">
                <a14:useLocalDpi xmlns:a14="http://schemas.microsoft.com/office/drawing/2010/main" val="0"/>
              </a:ext>
            </a:extLst>
          </a:blip>
          <a:srcRect l="19612" r="21810"/>
          <a:stretch>
            <a:fillRect/>
          </a:stretch>
        </p:blipFill>
        <p:spPr>
          <a:xfrm>
            <a:off x="9758132" y="1030885"/>
            <a:ext cx="2369039" cy="2263696"/>
          </a:xfrm>
          <a:prstGeom prst="rect">
            <a:avLst/>
          </a:prstGeom>
        </p:spPr>
      </p:pic>
      <p:pic>
        <p:nvPicPr>
          <p:cNvPr id="18" name="Picture 17">
            <a:extLst>
              <a:ext uri="{FF2B5EF4-FFF2-40B4-BE49-F238E27FC236}">
                <a16:creationId xmlns:a16="http://schemas.microsoft.com/office/drawing/2014/main" id="{9AA87D42-6086-E7AC-A57F-5414E0518D3C}"/>
              </a:ext>
            </a:extLst>
          </p:cNvPr>
          <p:cNvPicPr>
            <a:picLocks noChangeAspect="1"/>
          </p:cNvPicPr>
          <p:nvPr/>
        </p:nvPicPr>
        <p:blipFill>
          <a:blip r:embed="rId4">
            <a:extLst>
              <a:ext uri="{28A0092B-C50C-407E-A947-70E740481C1C}">
                <a14:useLocalDpi xmlns:a14="http://schemas.microsoft.com/office/drawing/2010/main" val="0"/>
              </a:ext>
            </a:extLst>
          </a:blip>
          <a:srcRect l="24649" r="12990"/>
          <a:stretch>
            <a:fillRect/>
          </a:stretch>
        </p:blipFill>
        <p:spPr>
          <a:xfrm>
            <a:off x="6907385" y="2903977"/>
            <a:ext cx="2722495" cy="2456335"/>
          </a:xfrm>
          <a:prstGeom prst="rect">
            <a:avLst/>
          </a:prstGeom>
        </p:spPr>
      </p:pic>
      <p:pic>
        <p:nvPicPr>
          <p:cNvPr id="20" name="Picture 19">
            <a:extLst>
              <a:ext uri="{FF2B5EF4-FFF2-40B4-BE49-F238E27FC236}">
                <a16:creationId xmlns:a16="http://schemas.microsoft.com/office/drawing/2014/main" id="{2FEBA568-FE8B-0B5E-D5C7-BAF28FB65C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59366" y="3563420"/>
            <a:ext cx="2526785" cy="2156791"/>
          </a:xfrm>
          <a:prstGeom prst="rect">
            <a:avLst/>
          </a:prstGeom>
        </p:spPr>
      </p:pic>
      <p:pic>
        <p:nvPicPr>
          <p:cNvPr id="22" name="Picture 21">
            <a:extLst>
              <a:ext uri="{FF2B5EF4-FFF2-40B4-BE49-F238E27FC236}">
                <a16:creationId xmlns:a16="http://schemas.microsoft.com/office/drawing/2014/main" id="{671C14C6-8E68-0771-042B-039143778BAC}"/>
              </a:ext>
            </a:extLst>
          </p:cNvPr>
          <p:cNvPicPr>
            <a:picLocks noChangeAspect="1"/>
          </p:cNvPicPr>
          <p:nvPr/>
        </p:nvPicPr>
        <p:blipFill>
          <a:blip r:embed="rId6">
            <a:extLst>
              <a:ext uri="{28A0092B-C50C-407E-A947-70E740481C1C}">
                <a14:useLocalDpi xmlns:a14="http://schemas.microsoft.com/office/drawing/2010/main" val="0"/>
              </a:ext>
            </a:extLst>
          </a:blip>
          <a:srcRect l="13298" r="13228"/>
          <a:stretch>
            <a:fillRect/>
          </a:stretch>
        </p:blipFill>
        <p:spPr>
          <a:xfrm>
            <a:off x="6907385" y="5449764"/>
            <a:ext cx="2608854" cy="1997764"/>
          </a:xfrm>
          <a:prstGeom prst="rect">
            <a:avLst/>
          </a:prstGeom>
        </p:spPr>
      </p:pic>
    </p:spTree>
    <p:extLst>
      <p:ext uri="{BB962C8B-B14F-4D97-AF65-F5344CB8AC3E}">
        <p14:creationId xmlns:p14="http://schemas.microsoft.com/office/powerpoint/2010/main" val="38442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46E53-3FB1-8934-3850-0FB756139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3586" y="719866"/>
            <a:ext cx="7344828" cy="5196046"/>
          </a:xfrm>
          <a:prstGeom prst="rect">
            <a:avLst/>
          </a:prstGeom>
        </p:spPr>
      </p:pic>
    </p:spTree>
    <p:extLst>
      <p:ext uri="{BB962C8B-B14F-4D97-AF65-F5344CB8AC3E}">
        <p14:creationId xmlns:p14="http://schemas.microsoft.com/office/powerpoint/2010/main" val="3780455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946</Words>
  <Application>Microsoft Office PowerPoint</Application>
  <PresentationFormat>Widescreen</PresentationFormat>
  <Paragraphs>156</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 Narrow</vt:lpstr>
      <vt:lpstr>Arial</vt:lpstr>
      <vt:lpstr>Arial Rounded MT 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Khemani</dc:creator>
  <cp:lastModifiedBy>Nitin Khemani</cp:lastModifiedBy>
  <cp:revision>2</cp:revision>
  <dcterms:created xsi:type="dcterms:W3CDTF">2026-08-02T08:20:35Z</dcterms:created>
  <dcterms:modified xsi:type="dcterms:W3CDTF">2026-09-08T05:22:46Z</dcterms:modified>
</cp:coreProperties>
</file>